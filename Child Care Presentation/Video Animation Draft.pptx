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6D976-FD2E-4CB1-A32A-505A4158E403}" v="27" dt="2025-08-11T03:19:1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88" y="3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oer" userId="7b80c4d02c6ec950" providerId="LiveId" clId="{9DA6D976-FD2E-4CB1-A32A-505A4158E403}"/>
    <pc:docChg chg="modSld">
      <pc:chgData name="Nathan Soer" userId="7b80c4d02c6ec950" providerId="LiveId" clId="{9DA6D976-FD2E-4CB1-A32A-505A4158E403}" dt="2025-08-11T03:19:11.084" v="245"/>
      <pc:docMkLst>
        <pc:docMk/>
      </pc:docMkLst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308971647" sldId="256"/>
        </pc:sldMkLst>
        <pc:spChg chg="add mod">
          <ac:chgData name="Nathan Soer" userId="7b80c4d02c6ec950" providerId="LiveId" clId="{9DA6D976-FD2E-4CB1-A32A-505A4158E403}" dt="2025-08-11T02:27:55.602" v="112" actId="1076"/>
          <ac:spMkLst>
            <pc:docMk/>
            <pc:sldMk cId="308971647" sldId="256"/>
            <ac:spMk id="2" creationId="{86E6C35B-D310-6992-F3A8-9359F0046C4D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308971647" sldId="256"/>
            <ac:picMk id="9" creationId="{CDD50EEA-C659-F1A6-82D6-7CC0241158A2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308971647" sldId="256"/>
            <ac:picMk id="11" creationId="{D5117BF9-9C94-B4D5-9684-F437FF8FD7D1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308971647" sldId="256"/>
            <ac:picMk id="12" creationId="{E105BFF7-BCA4-6206-6CBC-07F3F336C82C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308971647" sldId="256"/>
            <ac:picMk id="13" creationId="{F4EF3B41-B3E8-99B1-5F93-CED28AC6ECF6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3338688701" sldId="257"/>
        </pc:sldMkLst>
        <pc:spChg chg="add mod">
          <ac:chgData name="Nathan Soer" userId="7b80c4d02c6ec950" providerId="LiveId" clId="{9DA6D976-FD2E-4CB1-A32A-505A4158E403}" dt="2025-08-11T02:28:34.485" v="114" actId="20577"/>
          <ac:spMkLst>
            <pc:docMk/>
            <pc:sldMk cId="3338688701" sldId="257"/>
            <ac:spMk id="2" creationId="{B3F89EC7-2094-1D52-83C7-3E684307EEB3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3338688701" sldId="257"/>
            <ac:picMk id="8" creationId="{AEC658F9-755E-90C0-2B7C-AB6CC0A2A4C2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3338688701" sldId="257"/>
            <ac:picMk id="10" creationId="{DE1C4EE4-87D0-0CAF-88F7-59BD50559A10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3338688701" sldId="257"/>
            <ac:picMk id="11" creationId="{EDE3FCDC-2903-C482-C9B0-0E00ACE18915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3338688701" sldId="257"/>
            <ac:picMk id="12" creationId="{E1E39630-4F2B-F333-89B3-AA81FEC6FD5E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1155605658" sldId="258"/>
        </pc:sldMkLst>
        <pc:spChg chg="add mod">
          <ac:chgData name="Nathan Soer" userId="7b80c4d02c6ec950" providerId="LiveId" clId="{9DA6D976-FD2E-4CB1-A32A-505A4158E403}" dt="2025-08-11T02:28:49.440" v="120" actId="20577"/>
          <ac:spMkLst>
            <pc:docMk/>
            <pc:sldMk cId="1155605658" sldId="258"/>
            <ac:spMk id="2" creationId="{05CBB8D3-0714-5831-E18E-C5B773045CA4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1155605658" sldId="258"/>
            <ac:picMk id="9" creationId="{831C118C-F6B2-8C51-F7C3-E4DEEFBFC621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1155605658" sldId="258"/>
            <ac:picMk id="11" creationId="{5DD823C9-42E6-968D-C326-C5C4626DB6B5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1155605658" sldId="258"/>
            <ac:picMk id="12" creationId="{C915545F-D3DC-3716-7381-D27614D39FBC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1155605658" sldId="258"/>
            <ac:picMk id="13" creationId="{486C6BC5-A41B-1D9D-06F2-B4773D0F086C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3926152133" sldId="259"/>
        </pc:sldMkLst>
        <pc:spChg chg="add mod">
          <ac:chgData name="Nathan Soer" userId="7b80c4d02c6ec950" providerId="LiveId" clId="{9DA6D976-FD2E-4CB1-A32A-505A4158E403}" dt="2025-08-11T02:29:06.209" v="126" actId="20577"/>
          <ac:spMkLst>
            <pc:docMk/>
            <pc:sldMk cId="3926152133" sldId="259"/>
            <ac:spMk id="2" creationId="{CC798A18-BB7C-EEFE-8653-C70015E85E77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3926152133" sldId="259"/>
            <ac:picMk id="10" creationId="{15FA5392-0A7E-08F5-D558-4C497FEB6C1A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3926152133" sldId="259"/>
            <ac:picMk id="12" creationId="{1753C819-6836-9D1D-B199-51FCBEB5B426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3926152133" sldId="259"/>
            <ac:picMk id="13" creationId="{DEB104E1-1422-204F-3405-33002E09917F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3926152133" sldId="259"/>
            <ac:picMk id="14" creationId="{8A662AF9-20A7-8BB0-DAC1-EEE319F2BD04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1409120463" sldId="260"/>
        </pc:sldMkLst>
        <pc:spChg chg="add mod">
          <ac:chgData name="Nathan Soer" userId="7b80c4d02c6ec950" providerId="LiveId" clId="{9DA6D976-FD2E-4CB1-A32A-505A4158E403}" dt="2025-08-11T02:30:56.259" v="147" actId="20577"/>
          <ac:spMkLst>
            <pc:docMk/>
            <pc:sldMk cId="1409120463" sldId="260"/>
            <ac:spMk id="2" creationId="{C839998E-8612-8CD1-99AF-9969021AACC5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1409120463" sldId="260"/>
            <ac:picMk id="9" creationId="{25BD7AFD-7C08-4CB2-51B8-C3DE8CD677DF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1409120463" sldId="260"/>
            <ac:picMk id="11" creationId="{36E40C7B-66E9-E4DE-229F-179D99286EFE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1409120463" sldId="260"/>
            <ac:picMk id="12" creationId="{465568E2-64EC-1E6C-01AC-68473A674D51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1409120463" sldId="260"/>
            <ac:picMk id="13" creationId="{439700BA-AE30-F3ED-975A-24E0CBF48F7B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2388187269" sldId="261"/>
        </pc:sldMkLst>
        <pc:spChg chg="add mod">
          <ac:chgData name="Nathan Soer" userId="7b80c4d02c6ec950" providerId="LiveId" clId="{9DA6D976-FD2E-4CB1-A32A-505A4158E403}" dt="2025-08-11T02:31:07.321" v="151" actId="20577"/>
          <ac:spMkLst>
            <pc:docMk/>
            <pc:sldMk cId="2388187269" sldId="261"/>
            <ac:spMk id="2" creationId="{846C0CA3-289A-D54C-3909-319E94AE4166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2388187269" sldId="261"/>
            <ac:picMk id="10" creationId="{560806E7-6308-1FFD-71B7-B25B4B110BB5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2388187269" sldId="261"/>
            <ac:picMk id="12" creationId="{1C99DAA2-43B7-1C10-795D-364FFA258877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2388187269" sldId="261"/>
            <ac:picMk id="13" creationId="{418037B4-85C5-4C5A-D2F4-156F3A63F167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2388187269" sldId="261"/>
            <ac:picMk id="14" creationId="{3E1AFCCC-FD56-9DB9-909C-41F962882586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1469904219" sldId="262"/>
        </pc:sldMkLst>
        <pc:spChg chg="add mod">
          <ac:chgData name="Nathan Soer" userId="7b80c4d02c6ec950" providerId="LiveId" clId="{9DA6D976-FD2E-4CB1-A32A-505A4158E403}" dt="2025-08-11T02:31:26.374" v="159" actId="20577"/>
          <ac:spMkLst>
            <pc:docMk/>
            <pc:sldMk cId="1469904219" sldId="262"/>
            <ac:spMk id="2" creationId="{81CAE3FA-F9A4-F8C0-4C88-C6C21350ECC4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1469904219" sldId="262"/>
            <ac:picMk id="9" creationId="{9DA59787-4E55-78B8-F3F8-FA9CB7E569DB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1469904219" sldId="262"/>
            <ac:picMk id="11" creationId="{CAFE682D-F526-2B97-C46F-D76E1B4D89C2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1469904219" sldId="262"/>
            <ac:picMk id="12" creationId="{04230B3F-28A1-7C5D-F4FA-CF95033C941F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1469904219" sldId="262"/>
            <ac:picMk id="13" creationId="{2FDBB38D-5A7F-A857-DDF5-12A3D3FC67A7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2303236551" sldId="263"/>
        </pc:sldMkLst>
        <pc:spChg chg="add mod">
          <ac:chgData name="Nathan Soer" userId="7b80c4d02c6ec950" providerId="LiveId" clId="{9DA6D976-FD2E-4CB1-A32A-505A4158E403}" dt="2025-08-11T02:32:34.039" v="172" actId="1076"/>
          <ac:spMkLst>
            <pc:docMk/>
            <pc:sldMk cId="2303236551" sldId="263"/>
            <ac:spMk id="2" creationId="{16D6A5F5-9391-9714-49E5-CBAD89919D7E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2303236551" sldId="263"/>
            <ac:picMk id="9" creationId="{58768211-A626-9224-45C1-C2D823F2388A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2303236551" sldId="263"/>
            <ac:picMk id="11" creationId="{77030A93-1106-22E8-A057-7D961A170E4E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2303236551" sldId="263"/>
            <ac:picMk id="12" creationId="{A84A0002-60BF-6CCB-18B3-FE203F469806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2303236551" sldId="263"/>
            <ac:picMk id="13" creationId="{D5570D77-7801-C2C3-B311-B76BBEA287C2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3809837729" sldId="264"/>
        </pc:sldMkLst>
        <pc:spChg chg="add mod">
          <ac:chgData name="Nathan Soer" userId="7b80c4d02c6ec950" providerId="LiveId" clId="{9DA6D976-FD2E-4CB1-A32A-505A4158E403}" dt="2025-08-11T02:33:06.756" v="184" actId="20577"/>
          <ac:spMkLst>
            <pc:docMk/>
            <pc:sldMk cId="3809837729" sldId="264"/>
            <ac:spMk id="2" creationId="{F3065F6E-6B44-78FC-23D3-6862ED099451}"/>
          </ac:spMkLst>
        </pc:spChg>
        <pc:picChg chg="add del mod">
          <ac:chgData name="Nathan Soer" userId="7b80c4d02c6ec950" providerId="LiveId" clId="{9DA6D976-FD2E-4CB1-A32A-505A4158E403}" dt="2025-08-11T03:15:26.485" v="208"/>
          <ac:picMkLst>
            <pc:docMk/>
            <pc:sldMk cId="3809837729" sldId="264"/>
            <ac:picMk id="7" creationId="{FE47CBFE-0DED-EAEA-94E5-C12558420A4C}"/>
          </ac:picMkLst>
        </pc:pic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3809837729" sldId="264"/>
            <ac:picMk id="10" creationId="{8E3E25BA-20EE-7B8B-673D-1F7A5AEE9680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3809837729" sldId="264"/>
            <ac:picMk id="11" creationId="{6A5DB817-0980-73F2-9BA3-B49830689F12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3809837729" sldId="264"/>
            <ac:picMk id="12" creationId="{8DCFAD40-AE6E-1C1B-C2BB-521CB4C3049E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752491415" sldId="265"/>
        </pc:sldMkLst>
        <pc:spChg chg="add mod">
          <ac:chgData name="Nathan Soer" userId="7b80c4d02c6ec950" providerId="LiveId" clId="{9DA6D976-FD2E-4CB1-A32A-505A4158E403}" dt="2025-08-11T02:33:10.377" v="185"/>
          <ac:spMkLst>
            <pc:docMk/>
            <pc:sldMk cId="752491415" sldId="265"/>
            <ac:spMk id="2" creationId="{C0B1AE87-091C-3C0A-FFB3-E07B7AF6C54D}"/>
          </ac:spMkLst>
        </pc:spChg>
        <pc:spChg chg="add mod">
          <ac:chgData name="Nathan Soer" userId="7b80c4d02c6ec950" providerId="LiveId" clId="{9DA6D976-FD2E-4CB1-A32A-505A4158E403}" dt="2025-08-11T02:33:27.410" v="190" actId="20577"/>
          <ac:spMkLst>
            <pc:docMk/>
            <pc:sldMk cId="752491415" sldId="265"/>
            <ac:spMk id="3" creationId="{3D6ADCF8-17A2-0F95-B51C-D394B5BF97A8}"/>
          </ac:spMkLst>
        </pc:sp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752491415" sldId="265"/>
            <ac:picMk id="8" creationId="{C7A03364-A17C-0A76-AD3F-379DC74BB5C6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752491415" sldId="265"/>
            <ac:picMk id="9" creationId="{4932A7D0-7A6C-3EF3-DC6F-47E40C6768AF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752491415" sldId="265"/>
            <ac:picMk id="10" creationId="{DDB1D6B9-7E84-E499-58FB-C5840CD9A080}"/>
          </ac:picMkLst>
        </pc:picChg>
      </pc:sldChg>
      <pc:sldChg chg="addSp delSp modSp mod modTransition">
        <pc:chgData name="Nathan Soer" userId="7b80c4d02c6ec950" providerId="LiveId" clId="{9DA6D976-FD2E-4CB1-A32A-505A4158E403}" dt="2025-08-11T03:19:11.084" v="245"/>
        <pc:sldMkLst>
          <pc:docMk/>
          <pc:sldMk cId="3825303309" sldId="266"/>
        </pc:sldMkLst>
        <pc:spChg chg="add mod">
          <ac:chgData name="Nathan Soer" userId="7b80c4d02c6ec950" providerId="LiveId" clId="{9DA6D976-FD2E-4CB1-A32A-505A4158E403}" dt="2025-08-11T02:33:40.578" v="195" actId="20577"/>
          <ac:spMkLst>
            <pc:docMk/>
            <pc:sldMk cId="3825303309" sldId="266"/>
            <ac:spMk id="2" creationId="{DD114815-F16C-5EDF-AA91-5A8DF5B91D54}"/>
          </ac:spMkLst>
        </pc:spChg>
        <pc:picChg chg="add del mod">
          <ac:chgData name="Nathan Soer" userId="7b80c4d02c6ec950" providerId="LiveId" clId="{9DA6D976-FD2E-4CB1-A32A-505A4158E403}" dt="2025-08-11T03:16:30.603" v="219"/>
          <ac:picMkLst>
            <pc:docMk/>
            <pc:sldMk cId="3825303309" sldId="266"/>
            <ac:picMk id="6" creationId="{6B6F29D4-ADF7-9688-1945-1382CDFD50B8}"/>
          </ac:picMkLst>
        </pc:picChg>
        <pc:picChg chg="add del mod">
          <ac:chgData name="Nathan Soer" userId="7b80c4d02c6ec950" providerId="LiveId" clId="{9DA6D976-FD2E-4CB1-A32A-505A4158E403}" dt="2025-08-11T03:17:47.965" v="232"/>
          <ac:picMkLst>
            <pc:docMk/>
            <pc:sldMk cId="3825303309" sldId="266"/>
            <ac:picMk id="9" creationId="{61B4AD00-241A-5976-F772-3B513C559F1D}"/>
          </ac:picMkLst>
        </pc:picChg>
        <pc:picChg chg="add del mod">
          <ac:chgData name="Nathan Soer" userId="7b80c4d02c6ec950" providerId="LiveId" clId="{9DA6D976-FD2E-4CB1-A32A-505A4158E403}" dt="2025-08-11T03:19:11.084" v="245"/>
          <ac:picMkLst>
            <pc:docMk/>
            <pc:sldMk cId="3825303309" sldId="266"/>
            <ac:picMk id="12" creationId="{FEC3B70D-5952-15D1-3CE6-58F551687E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87B2-6AB9-8D3E-480B-3F3346B66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2E980-B8FA-6633-2E1B-9455CAB76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67CE-90D6-BF44-0278-627869B4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9BA0-E841-D32A-3204-78112F07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AB1D-E8E5-EECC-8B5F-6D05011C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389A-0B03-B86D-225D-B4ECF51C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ED318-F309-884C-5F79-FDA317144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D3B1-7825-E9CC-D4AF-BC85E80B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C60C-7D75-8473-7C13-EA326E25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0762-6CE0-2BC9-9F41-6B8ABFD0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1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0750-6BBA-A3C5-7407-22B3E05A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F38CE-BF11-5BD8-DECA-470F68B20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A303E-94B8-F1C3-6ADA-FC751FB7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04E6B-B485-3769-DCCD-C36D0D21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0B42B-4728-D11F-CC83-BE32D661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3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7A37-5392-8CA6-9F6B-2353DA3E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F7AD-19A4-A72A-D802-633D21212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75875-57C1-2B77-61A7-4C2C462A0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E0640-D8BB-F19E-566D-2866CDE3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C4E3A-252D-30D2-609C-E8DE37BE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81C9-5125-E5BD-BF46-B24CE071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4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95EF-C378-BB3F-0173-9489CA11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BFF12-8F6B-9C01-9EA3-67DF393D4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F0FF9-DB11-322A-3B55-1F392950E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7583A-C27D-483D-4332-D72BE3251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07AA9-2942-3DC2-061F-9C08A32F3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90FC9-027C-8AB6-D5BC-1AB39FEF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D36FA-D54D-F723-02FA-829DFE63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3FE34-493A-0BD4-2135-5C769D5E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2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C3B9-00EE-1F38-3E09-035624D6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045DE-232D-5A99-B2B6-CFA7430E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1A66E-B11D-066F-B74E-38C8E9DC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7FD99-B69D-0108-3958-C35357B4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9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0E592-E47F-039D-CA3A-3442259A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13037-FC11-6CF0-CA37-E1F61BA4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505F-0EFA-3121-AEF2-DEB31ED7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2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666D-5800-4E81-DA17-0CA0773F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4BFC-072C-2A9F-3E37-B7992D40A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4B306-EE89-7FD4-6B0D-D5CEA990F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35B23-AB27-14A2-99CD-1827426E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7A40F-96C1-4C56-11CE-71F3772B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4E938-4070-48D9-3C26-60910870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6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19FB-0BCF-ACB9-944A-9434D394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B0D4E-878B-982E-204B-C1CE21D98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8CC4E-8B7B-96B9-6F5A-A47D9AEC3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E5A71-BEC6-5370-EF9C-FB174C6B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0085D-53D7-F2F0-8EE9-CBA0E91C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2BC99-8004-1E94-645D-59C344BD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9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544D-57CD-AAFA-3BCA-7A11EED5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E0D57-36D9-61CF-C956-B2E532A5F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3820-5541-373A-3E9D-1FA6A0EB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41AB-80F6-6BF3-7E68-FFFC144B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73BE2-1387-1DAF-DBB7-B1D7C992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7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901F6-AEDD-EFCB-09B1-E18022CCC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21C21-93C4-809D-D1C6-D66BD5FDE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29CDA-CA07-5814-EA52-D9A4A171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A5877-4B57-717E-75C4-29909B3F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138E7-984A-1B92-53FA-6AEF03AD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CB955-1B9C-8F02-D6CB-DA042D6F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D268-6F32-70FB-414E-BE6DB20EC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F1173-BADB-741E-12DE-26BF937A3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C305D-F3C4-4336-BF12-794C3CA3AFF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F5655-0F10-52B5-14C0-0B96CC9B3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7BC5A-1680-184D-84B8-C386A1496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A0A20-A48C-45E8-9603-2DCBFEC2C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233AD-69D5-0EFE-6389-C21B65B8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1DA83C-38BE-7BED-5810-32A4E20836E3}"/>
              </a:ext>
            </a:extLst>
          </p:cNvPr>
          <p:cNvSpPr/>
          <p:nvPr/>
        </p:nvSpPr>
        <p:spPr>
          <a:xfrm>
            <a:off x="2037229" y="0"/>
            <a:ext cx="101547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6C35B-D310-6992-F3A8-9359F0046C4D}"/>
              </a:ext>
            </a:extLst>
          </p:cNvPr>
          <p:cNvSpPr txBox="1"/>
          <p:nvPr/>
        </p:nvSpPr>
        <p:spPr>
          <a:xfrm>
            <a:off x="4010516" y="2951946"/>
            <a:ext cx="5654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2008 Childcare costs averaged $11,700 per year.</a:t>
            </a:r>
          </a:p>
        </p:txBody>
      </p:sp>
    </p:spTree>
    <p:extLst>
      <p:ext uri="{BB962C8B-B14F-4D97-AF65-F5344CB8AC3E}">
        <p14:creationId xmlns:p14="http://schemas.microsoft.com/office/powerpoint/2010/main" val="30897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25"/>
    </mc:Choice>
    <mc:Fallback>
      <p:transition spd="slow" advTm="94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AD756-9DB4-B1D7-113C-8E591F19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94EF7-8F64-4FA7-A910-A089BAF2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27DD5F-C6D9-FAD2-D6A6-C6EB8E4363AE}"/>
              </a:ext>
            </a:extLst>
          </p:cNvPr>
          <p:cNvSpPr/>
          <p:nvPr/>
        </p:nvSpPr>
        <p:spPr>
          <a:xfrm>
            <a:off x="3106271" y="0"/>
            <a:ext cx="9139517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F89EC7-2094-1D52-83C7-3E684307EEB3}"/>
              </a:ext>
            </a:extLst>
          </p:cNvPr>
          <p:cNvSpPr txBox="1"/>
          <p:nvPr/>
        </p:nvSpPr>
        <p:spPr>
          <a:xfrm>
            <a:off x="4707590" y="2951946"/>
            <a:ext cx="5654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2009 Childcare costs averaged $11,700 per year.</a:t>
            </a:r>
          </a:p>
        </p:txBody>
      </p:sp>
    </p:spTree>
    <p:extLst>
      <p:ext uri="{BB962C8B-B14F-4D97-AF65-F5344CB8AC3E}">
        <p14:creationId xmlns:p14="http://schemas.microsoft.com/office/powerpoint/2010/main" val="3338688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9"/>
    </mc:Choice>
    <mc:Fallback>
      <p:transition spd="slow" advTm="10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F67D-11C2-1E4F-8A03-92F4F104F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7E5AC7-F273-BF9A-D040-4FAA13CB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F44E5F-2A09-E3D3-AE1D-2082E039A12D}"/>
              </a:ext>
            </a:extLst>
          </p:cNvPr>
          <p:cNvSpPr/>
          <p:nvPr/>
        </p:nvSpPr>
        <p:spPr>
          <a:xfrm>
            <a:off x="4067735" y="0"/>
            <a:ext cx="812426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BB8D3-0714-5831-E18E-C5B773045CA4}"/>
              </a:ext>
            </a:extLst>
          </p:cNvPr>
          <p:cNvSpPr txBox="1"/>
          <p:nvPr/>
        </p:nvSpPr>
        <p:spPr>
          <a:xfrm>
            <a:off x="5127812" y="2951946"/>
            <a:ext cx="5654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2010 Childcare costs averaged $11,600 per year.</a:t>
            </a:r>
          </a:p>
        </p:txBody>
      </p:sp>
    </p:spTree>
    <p:extLst>
      <p:ext uri="{BB962C8B-B14F-4D97-AF65-F5344CB8AC3E}">
        <p14:creationId xmlns:p14="http://schemas.microsoft.com/office/powerpoint/2010/main" val="1155605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"/>
    </mc:Choice>
    <mc:Fallback>
      <p:transition spd="slow" advTm="4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2133-40D7-D7E5-AEDC-AA715A76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C92C95-3A7C-49BE-3B0B-28BF37FCA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186E67-2BF9-4D20-C3A4-0B617B75F116}"/>
              </a:ext>
            </a:extLst>
          </p:cNvPr>
          <p:cNvSpPr/>
          <p:nvPr/>
        </p:nvSpPr>
        <p:spPr>
          <a:xfrm>
            <a:off x="5029200" y="0"/>
            <a:ext cx="7162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98A18-BB7C-EEFE-8653-C70015E85E77}"/>
              </a:ext>
            </a:extLst>
          </p:cNvPr>
          <p:cNvSpPr txBox="1"/>
          <p:nvPr/>
        </p:nvSpPr>
        <p:spPr>
          <a:xfrm>
            <a:off x="5783356" y="2951946"/>
            <a:ext cx="5654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2011 Childcare costs averaged $11,600 per year.</a:t>
            </a:r>
          </a:p>
        </p:txBody>
      </p:sp>
    </p:spTree>
    <p:extLst>
      <p:ext uri="{BB962C8B-B14F-4D97-AF65-F5344CB8AC3E}">
        <p14:creationId xmlns:p14="http://schemas.microsoft.com/office/powerpoint/2010/main" val="3926152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1"/>
    </mc:Choice>
    <mc:Fallback>
      <p:transition spd="slow" advTm="108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E243-8FDE-2AE4-483F-FD546317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6A5EC5-E9EC-5226-480D-1DDE864F1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8178B5-5652-C054-8863-E1E404ECC9F7}"/>
              </a:ext>
            </a:extLst>
          </p:cNvPr>
          <p:cNvSpPr/>
          <p:nvPr/>
        </p:nvSpPr>
        <p:spPr>
          <a:xfrm>
            <a:off x="5963771" y="0"/>
            <a:ext cx="622822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39998E-8612-8CD1-99AF-9969021AACC5}"/>
              </a:ext>
            </a:extLst>
          </p:cNvPr>
          <p:cNvSpPr txBox="1"/>
          <p:nvPr/>
        </p:nvSpPr>
        <p:spPr>
          <a:xfrm>
            <a:off x="6468034" y="2951946"/>
            <a:ext cx="4969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2012 Childcare costs averaged $11,900 per year.</a:t>
            </a:r>
          </a:p>
        </p:txBody>
      </p:sp>
    </p:spTree>
    <p:extLst>
      <p:ext uri="{BB962C8B-B14F-4D97-AF65-F5344CB8AC3E}">
        <p14:creationId xmlns:p14="http://schemas.microsoft.com/office/powerpoint/2010/main" val="1409120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15"/>
    </mc:Choice>
    <mc:Fallback>
      <p:transition spd="slow" advTm="621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E00C-498B-138B-EE06-8806F5CB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F65DA8-E85E-2ADE-6826-8C1758DA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84A507-BC73-53F5-BEFE-1D4258F7C3D3}"/>
              </a:ext>
            </a:extLst>
          </p:cNvPr>
          <p:cNvSpPr/>
          <p:nvPr/>
        </p:nvSpPr>
        <p:spPr>
          <a:xfrm>
            <a:off x="6891618" y="0"/>
            <a:ext cx="530038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C0CA3-289A-D54C-3909-319E94AE4166}"/>
              </a:ext>
            </a:extLst>
          </p:cNvPr>
          <p:cNvSpPr txBox="1"/>
          <p:nvPr/>
        </p:nvSpPr>
        <p:spPr>
          <a:xfrm>
            <a:off x="7301753" y="2736502"/>
            <a:ext cx="4210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2013 Childcare costs averaged $12,200 per year.</a:t>
            </a:r>
          </a:p>
        </p:txBody>
      </p:sp>
    </p:spTree>
    <p:extLst>
      <p:ext uri="{BB962C8B-B14F-4D97-AF65-F5344CB8AC3E}">
        <p14:creationId xmlns:p14="http://schemas.microsoft.com/office/powerpoint/2010/main" val="2388187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6"/>
    </mc:Choice>
    <mc:Fallback>
      <p:transition spd="slow" advTm="31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D3B8-AD34-E1E4-ED5A-EAECC40E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D03DD5-FE0C-197D-45E1-62674A60D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7C4B1D-74FE-8461-3391-799D77AD1997}"/>
              </a:ext>
            </a:extLst>
          </p:cNvPr>
          <p:cNvSpPr/>
          <p:nvPr/>
        </p:nvSpPr>
        <p:spPr>
          <a:xfrm>
            <a:off x="7812741" y="0"/>
            <a:ext cx="437925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CAE3FA-F9A4-F8C0-4C88-C6C21350ECC4}"/>
              </a:ext>
            </a:extLst>
          </p:cNvPr>
          <p:cNvSpPr txBox="1"/>
          <p:nvPr/>
        </p:nvSpPr>
        <p:spPr>
          <a:xfrm>
            <a:off x="8404411" y="2736502"/>
            <a:ext cx="30468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2014 Childcare costs averaged $12,600 per year.</a:t>
            </a:r>
          </a:p>
        </p:txBody>
      </p:sp>
    </p:spTree>
    <p:extLst>
      <p:ext uri="{BB962C8B-B14F-4D97-AF65-F5344CB8AC3E}">
        <p14:creationId xmlns:p14="http://schemas.microsoft.com/office/powerpoint/2010/main" val="1469904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7"/>
    </mc:Choice>
    <mc:Fallback>
      <p:transition spd="slow" advTm="106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3EF94-9BAF-2D2E-63EB-8600F472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F73D6D-C062-B82C-443B-6D50210B8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D0F0D4-18FC-7F62-D580-333E7A71BD9C}"/>
              </a:ext>
            </a:extLst>
          </p:cNvPr>
          <p:cNvSpPr/>
          <p:nvPr/>
        </p:nvSpPr>
        <p:spPr>
          <a:xfrm>
            <a:off x="8821271" y="0"/>
            <a:ext cx="337072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6A5F5-9391-9714-49E5-CBAD89919D7E}"/>
              </a:ext>
            </a:extLst>
          </p:cNvPr>
          <p:cNvSpPr txBox="1"/>
          <p:nvPr/>
        </p:nvSpPr>
        <p:spPr>
          <a:xfrm>
            <a:off x="7106771" y="2951946"/>
            <a:ext cx="4484733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In 2015 Childcare costs averaged $12,900 per year.</a:t>
            </a:r>
          </a:p>
        </p:txBody>
      </p:sp>
    </p:spTree>
    <p:extLst>
      <p:ext uri="{BB962C8B-B14F-4D97-AF65-F5344CB8AC3E}">
        <p14:creationId xmlns:p14="http://schemas.microsoft.com/office/powerpoint/2010/main" val="2303236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51"/>
    </mc:Choice>
    <mc:Fallback>
      <p:transition spd="slow" advTm="175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6C5E-13EE-260F-69CB-BACB3536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6F13CE-C607-212C-15A9-CAC3C5BE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A6CEA6-C43C-9F35-648D-FFF95CC8E1D9}"/>
              </a:ext>
            </a:extLst>
          </p:cNvPr>
          <p:cNvSpPr/>
          <p:nvPr/>
        </p:nvSpPr>
        <p:spPr>
          <a:xfrm>
            <a:off x="9735671" y="0"/>
            <a:ext cx="245632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65F6E-6B44-78FC-23D3-6862ED099451}"/>
              </a:ext>
            </a:extLst>
          </p:cNvPr>
          <p:cNvSpPr txBox="1"/>
          <p:nvPr/>
        </p:nvSpPr>
        <p:spPr>
          <a:xfrm>
            <a:off x="7039534" y="2951946"/>
            <a:ext cx="455196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In 2016 Childcare costs averaged $13,200 per year.</a:t>
            </a:r>
          </a:p>
        </p:txBody>
      </p:sp>
    </p:spTree>
    <p:extLst>
      <p:ext uri="{BB962C8B-B14F-4D97-AF65-F5344CB8AC3E}">
        <p14:creationId xmlns:p14="http://schemas.microsoft.com/office/powerpoint/2010/main" val="3809837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"/>
    </mc:Choice>
    <mc:Fallback>
      <p:transition spd="slow" advTm="57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4E8D-56D3-DF59-B8EC-F3695EFD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BDE3F0-5238-FC39-23BD-B6D078E9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67D114-9352-ADBE-2C16-FCEE2B4696D8}"/>
              </a:ext>
            </a:extLst>
          </p:cNvPr>
          <p:cNvSpPr/>
          <p:nvPr/>
        </p:nvSpPr>
        <p:spPr>
          <a:xfrm>
            <a:off x="10676965" y="0"/>
            <a:ext cx="151503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ADCF8-17A2-0F95-B51C-D394B5BF97A8}"/>
              </a:ext>
            </a:extLst>
          </p:cNvPr>
          <p:cNvSpPr txBox="1"/>
          <p:nvPr/>
        </p:nvSpPr>
        <p:spPr>
          <a:xfrm>
            <a:off x="7039534" y="2951946"/>
            <a:ext cx="455196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In 2017 Childcare costs averaged $13,500 per year.</a:t>
            </a:r>
          </a:p>
        </p:txBody>
      </p:sp>
    </p:spTree>
    <p:extLst>
      <p:ext uri="{BB962C8B-B14F-4D97-AF65-F5344CB8AC3E}">
        <p14:creationId xmlns:p14="http://schemas.microsoft.com/office/powerpoint/2010/main" val="752491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"/>
    </mc:Choice>
    <mc:Fallback>
      <p:transition spd="slow" advTm="39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CC11-BC47-A445-76AC-988F321B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3411E6-73EF-C0CE-9093-BB9F2D095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96" y="0"/>
            <a:ext cx="1099100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14815-F16C-5EDF-AA91-5A8DF5B91D54}"/>
              </a:ext>
            </a:extLst>
          </p:cNvPr>
          <p:cNvSpPr txBox="1"/>
          <p:nvPr/>
        </p:nvSpPr>
        <p:spPr>
          <a:xfrm>
            <a:off x="7039534" y="2951946"/>
            <a:ext cx="455196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In 2018 Childcare costs averaged $13,800 per year.</a:t>
            </a:r>
          </a:p>
        </p:txBody>
      </p:sp>
    </p:spTree>
    <p:extLst>
      <p:ext uri="{BB962C8B-B14F-4D97-AF65-F5344CB8AC3E}">
        <p14:creationId xmlns:p14="http://schemas.microsoft.com/office/powerpoint/2010/main" val="3825303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01"/>
    </mc:Choice>
    <mc:Fallback>
      <p:transition spd="slow" advTm="1760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110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2025-07-14T02:31:31Z</dcterms:created>
  <dcterms:modified xsi:type="dcterms:W3CDTF">2025-08-11T03:19:19Z</dcterms:modified>
</cp:coreProperties>
</file>