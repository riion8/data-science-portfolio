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94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n Soer" userId="7b80c4d02c6ec950" providerId="LiveId" clId="{AE7AFBA5-4E4D-4A1B-A6FD-8A781731B70B}"/>
    <pc:docChg chg="custSel modSld">
      <pc:chgData name="Nathan Soer" userId="7b80c4d02c6ec950" providerId="LiveId" clId="{AE7AFBA5-4E4D-4A1B-A6FD-8A781731B70B}" dt="2025-07-14T04:11:27.243" v="4" actId="1076"/>
      <pc:docMkLst>
        <pc:docMk/>
      </pc:docMkLst>
      <pc:sldChg chg="addSp delSp modSp mod">
        <pc:chgData name="Nathan Soer" userId="7b80c4d02c6ec950" providerId="LiveId" clId="{AE7AFBA5-4E4D-4A1B-A6FD-8A781731B70B}" dt="2025-07-14T04:11:27.243" v="4" actId="1076"/>
        <pc:sldMkLst>
          <pc:docMk/>
          <pc:sldMk cId="1850218101" sldId="256"/>
        </pc:sldMkLst>
        <pc:picChg chg="add mod">
          <ac:chgData name="Nathan Soer" userId="7b80c4d02c6ec950" providerId="LiveId" clId="{AE7AFBA5-4E4D-4A1B-A6FD-8A781731B70B}" dt="2025-07-14T04:11:27.243" v="4" actId="1076"/>
          <ac:picMkLst>
            <pc:docMk/>
            <pc:sldMk cId="1850218101" sldId="256"/>
            <ac:picMk id="3" creationId="{4CB64AC8-C95D-8815-EE68-0C02E98AB870}"/>
          </ac:picMkLst>
        </pc:picChg>
        <pc:picChg chg="del">
          <ac:chgData name="Nathan Soer" userId="7b80c4d02c6ec950" providerId="LiveId" clId="{AE7AFBA5-4E4D-4A1B-A6FD-8A781731B70B}" dt="2025-07-14T04:10:35.498" v="0" actId="478"/>
          <ac:picMkLst>
            <pc:docMk/>
            <pc:sldMk cId="1850218101" sldId="256"/>
            <ac:picMk id="7" creationId="{721081E4-4BBA-5A5A-3D7F-16DAF0685D8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34728-6CC9-4139-8A51-0BE82C2491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94AEF9-B271-6423-6D1C-66ED9FEF43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33F76-D621-5141-9589-25085824B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6CBC7-73E3-47E6-AF91-8B5D60A57FF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79900-CF51-50C2-75FB-7360952C5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C7461-EAC0-E5A4-A0C4-D62400319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8F175-855F-4380-BFA5-78423C93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686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E8AC8-DEFF-7575-5840-E3FA1077B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CDCFE-4E76-A3E1-B06F-027F5F975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F1D73-7CFB-40FC-68F1-DF64411B4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6CBC7-73E3-47E6-AF91-8B5D60A57FF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99615-83FF-CDBE-6789-A5110D822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73885-7381-CDBC-C561-6641F7946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8F175-855F-4380-BFA5-78423C93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183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C62A0-DCB8-A0E7-F72A-3EF9C3B63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5B5BC-2F09-CE76-A1AB-E9866E70C8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0383F-7DE1-797C-7FAD-EEB07645E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6CBC7-73E3-47E6-AF91-8B5D60A57FF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64DDE-179C-E227-8DF0-D315E1C80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AB7B6-86F8-3721-0F46-1D74649AF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8F175-855F-4380-BFA5-78423C93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982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468A9-912D-6FBE-8F5C-46171CCE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C2EBE-E0DA-4933-9476-B754620E3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E0910D-06AB-8FE4-D79D-3AE5080E57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EDA2FC-991C-D69F-D0B6-4D6C271B0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6CBC7-73E3-47E6-AF91-8B5D60A57FF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92ADD0-F007-40AF-3AA1-0360276C5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F398A-5A3A-49EA-C0E7-BFDA2E0F3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8F175-855F-4380-BFA5-78423C93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890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C48B5-5C5B-6D03-EC12-E4770080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74CA1B-D1B3-7A7F-E8DD-031FB2512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F7A4CB-25F9-0B2D-8DD2-B63418EBF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40C63F-8729-7760-8BCB-7AA0FE3EF7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EB2BBD-60BF-E80E-F42E-2E7905D5B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270237-AC1C-2F99-604D-D77F776D3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6CBC7-73E3-47E6-AF91-8B5D60A57FF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75929B-EB1C-31A2-17A3-659D57259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9199F3-F560-ABC6-5D7C-747D2B732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8F175-855F-4380-BFA5-78423C93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751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BACF9-2B19-C4B0-B161-65004479A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63A0B4-5DA1-A20A-9E2E-B498DD9FE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6CBC7-73E3-47E6-AF91-8B5D60A57FF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EAF466-98E2-EB5A-98D5-0C4401F57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B047DC-44C5-1CD2-544E-34384828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8F175-855F-4380-BFA5-78423C93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014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8A686-D621-D460-D666-E44BF1B99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6CBC7-73E3-47E6-AF91-8B5D60A57FF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F97CD7-19F7-9745-0C9C-51E51ECEB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CE865B-F4F5-E2DF-ED38-2F1D5E106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8F175-855F-4380-BFA5-78423C93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00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E9638-A6AF-823F-C603-99310E2B4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2D8D7-05B9-1772-8988-FAA319877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12AD5B-2535-070A-EEE5-F69ED4BA8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7963C-0843-7F23-DB54-D2C80917B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6CBC7-73E3-47E6-AF91-8B5D60A57FF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3B0619-7157-440A-4B1F-27DC34473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465951-2035-B6E6-75C6-375980C53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8F175-855F-4380-BFA5-78423C93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06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54786-942C-2158-5D37-B8545B8A7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210882-D936-CA28-F4F9-21F27F4D9C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500497-6B6D-E019-ABA5-7F4A3CC0A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DB9FE-DA0D-FFE6-DC3F-E145B6AFD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6CBC7-73E3-47E6-AF91-8B5D60A57FF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9B98E1-75B6-6CB2-CE84-BAAEC33D2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7147E3-4157-CEDE-550E-292FFAA61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8F175-855F-4380-BFA5-78423C93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328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43280-8D42-4585-49B0-7F1BF856B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B40832-2634-44BB-91EE-44BB96FF1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01C83-563D-AC95-5485-D0B180DAB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6CBC7-73E3-47E6-AF91-8B5D60A57FF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D0B1A-5987-811E-1579-035F46E3E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A0F3B-4DDD-F84D-E0D0-C74B0C51F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8F175-855F-4380-BFA5-78423C93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44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A9735-BCF3-32CE-33D2-BD375EE0CC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8A648-23CF-164C-CE27-DCE1EE5425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B5647-9C6A-2998-3837-122E06540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6CBC7-73E3-47E6-AF91-8B5D60A57FF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A9F60-3C23-9CF7-98C1-96981576D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AB6E9-0F8F-1BBA-EE5F-630DA2577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8F175-855F-4380-BFA5-78423C93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277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2DE95B-D82C-94A7-DC9D-95AD64D7D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D9837-8E5F-B20A-AF22-958EBBBDF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62379-9EE9-2CB0-ABE7-7027E031F2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76CBC7-73E3-47E6-AF91-8B5D60A57FFB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51A5B-F938-339A-FE23-8C40D4FE8D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B868C-7B71-6648-94FE-C7D00173E1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38F175-855F-4380-BFA5-78423C930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147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9B447FE-DDA9-4B30-828A-59FC56912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D487F7-9050-4871-B351-34A72ADB2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484" y="-1"/>
            <a:ext cx="6096002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3C27DD-EF6A-4C48-9669-C2970E71A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52884" y="609601"/>
            <a:ext cx="6858003" cy="5638801"/>
          </a:xfrm>
          <a:prstGeom prst="rect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71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A1AA86-B7E6-4C02-AA34-F1A25CD4C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7518" y="2217950"/>
            <a:ext cx="6103518" cy="464004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6C3B9CB-4E48-4726-B7B9-9E02F71B1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137312">
            <a:off x="565239" y="1211422"/>
            <a:ext cx="4640488" cy="4640488"/>
          </a:xfrm>
          <a:prstGeom prst="ellipse">
            <a:avLst/>
          </a:prstGeom>
          <a:gradFill>
            <a:gsLst>
              <a:gs pos="53000">
                <a:schemeClr val="accent1">
                  <a:alpha val="0"/>
                </a:schemeClr>
              </a:gs>
              <a:gs pos="100000">
                <a:schemeClr val="accent1">
                  <a:lumMod val="40000"/>
                  <a:lumOff val="60000"/>
                  <a:alpha val="1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4384FE-1C88-4CAA-8FB8-2313A3AE7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7519" y="0"/>
            <a:ext cx="6103519" cy="6870700"/>
          </a:xfrm>
          <a:prstGeom prst="rect">
            <a:avLst/>
          </a:prstGeom>
          <a:gradFill>
            <a:gsLst>
              <a:gs pos="24000">
                <a:schemeClr val="accent1">
                  <a:alpha val="0"/>
                </a:schemeClr>
              </a:gs>
              <a:gs pos="100000">
                <a:srgbClr val="000000">
                  <a:alpha val="71000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A99C7D-530F-AD25-FDD8-433D8B468F81}"/>
              </a:ext>
            </a:extLst>
          </p:cNvPr>
          <p:cNvSpPr txBox="1"/>
          <p:nvPr/>
        </p:nvSpPr>
        <p:spPr>
          <a:xfrm>
            <a:off x="559558" y="595058"/>
            <a:ext cx="5050620" cy="16228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CHILD CARE COST IS ON THE RISE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CA7BEB-E1F6-E393-2E2F-0E2023C3FC03}"/>
              </a:ext>
            </a:extLst>
          </p:cNvPr>
          <p:cNvSpPr txBox="1"/>
          <p:nvPr/>
        </p:nvSpPr>
        <p:spPr>
          <a:xfrm>
            <a:off x="1206789" y="5517424"/>
            <a:ext cx="4138655" cy="11122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400" dirty="0">
                <a:solidFill>
                  <a:srgbClr val="FFFFFF"/>
                </a:solidFill>
              </a:rPr>
              <a:t>CONTACT YOUR REPRESENTIVE TO SUPPORT [BILLNUMBER]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9D1670-D46B-98F3-BD3E-44E7081FE297}"/>
              </a:ext>
            </a:extLst>
          </p:cNvPr>
          <p:cNvSpPr txBox="1"/>
          <p:nvPr/>
        </p:nvSpPr>
        <p:spPr>
          <a:xfrm>
            <a:off x="848898" y="2850274"/>
            <a:ext cx="48544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$</a:t>
            </a:r>
            <a:r>
              <a:rPr lang="en-US" sz="6600" dirty="0">
                <a:solidFill>
                  <a:schemeClr val="bg1"/>
                </a:solidFill>
              </a:rPr>
              <a:t>2,150.00</a:t>
            </a:r>
            <a:endParaRPr lang="en-US" sz="72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SINCE 2008</a:t>
            </a:r>
          </a:p>
        </p:txBody>
      </p:sp>
      <p:sp>
        <p:nvSpPr>
          <p:cNvPr id="11" name="Graphic 9" descr="Arrow: Clockwise curve with solid fill">
            <a:extLst>
              <a:ext uri="{FF2B5EF4-FFF2-40B4-BE49-F238E27FC236}">
                <a16:creationId xmlns:a16="http://schemas.microsoft.com/office/drawing/2014/main" id="{F44B0E5F-A044-2B2B-4787-767BDEC7AEBF}"/>
              </a:ext>
            </a:extLst>
          </p:cNvPr>
          <p:cNvSpPr/>
          <p:nvPr/>
        </p:nvSpPr>
        <p:spPr>
          <a:xfrm flipH="1">
            <a:off x="4792994" y="3082912"/>
            <a:ext cx="552450" cy="704876"/>
          </a:xfrm>
          <a:custGeom>
            <a:avLst/>
            <a:gdLst>
              <a:gd name="connsiteX0" fmla="*/ 552450 w 552450"/>
              <a:gd name="connsiteY0" fmla="*/ 704876 h 704876"/>
              <a:gd name="connsiteX1" fmla="*/ 323850 w 552450"/>
              <a:gd name="connsiteY1" fmla="*/ 228626 h 704876"/>
              <a:gd name="connsiteX2" fmla="*/ 457200 w 552450"/>
              <a:gd name="connsiteY2" fmla="*/ 228626 h 704876"/>
              <a:gd name="connsiteX3" fmla="*/ 228600 w 552450"/>
              <a:gd name="connsiteY3" fmla="*/ 26 h 704876"/>
              <a:gd name="connsiteX4" fmla="*/ 0 w 552450"/>
              <a:gd name="connsiteY4" fmla="*/ 228626 h 704876"/>
              <a:gd name="connsiteX5" fmla="*/ 123825 w 552450"/>
              <a:gd name="connsiteY5" fmla="*/ 228626 h 704876"/>
              <a:gd name="connsiteX6" fmla="*/ 552450 w 552450"/>
              <a:gd name="connsiteY6" fmla="*/ 704876 h 704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2450" h="704876">
                <a:moveTo>
                  <a:pt x="552450" y="704876"/>
                </a:moveTo>
                <a:cubicBezTo>
                  <a:pt x="552450" y="704876"/>
                  <a:pt x="323850" y="633439"/>
                  <a:pt x="323850" y="228626"/>
                </a:cubicBezTo>
                <a:lnTo>
                  <a:pt x="457200" y="228626"/>
                </a:lnTo>
                <a:lnTo>
                  <a:pt x="228600" y="26"/>
                </a:lnTo>
                <a:cubicBezTo>
                  <a:pt x="228600" y="-2831"/>
                  <a:pt x="0" y="228626"/>
                  <a:pt x="0" y="228626"/>
                </a:cubicBezTo>
                <a:lnTo>
                  <a:pt x="123825" y="228626"/>
                </a:lnTo>
                <a:cubicBezTo>
                  <a:pt x="123825" y="229579"/>
                  <a:pt x="159068" y="615341"/>
                  <a:pt x="552450" y="704876"/>
                </a:cubicBezTo>
                <a:close/>
              </a:path>
            </a:pathLst>
          </a:custGeom>
          <a:solidFill>
            <a:srgbClr val="FF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B64AC8-C95D-8815-EE68-0C02E98AB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1585" y="430320"/>
            <a:ext cx="4581517" cy="5997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218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228</TotalTime>
  <Words>19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Soer</dc:creator>
  <cp:lastModifiedBy>Nathan Soer</cp:lastModifiedBy>
  <cp:revision>1</cp:revision>
  <dcterms:created xsi:type="dcterms:W3CDTF">2025-06-29T23:10:47Z</dcterms:created>
  <dcterms:modified xsi:type="dcterms:W3CDTF">2025-07-14T04:11:37Z</dcterms:modified>
</cp:coreProperties>
</file>