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m4a" ContentType="audi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7" r:id="rId4"/>
  </p:sldMasterIdLst>
  <p:notesMasterIdLst>
    <p:notesMasterId r:id="rId12"/>
  </p:notesMasterIdLst>
  <p:handoutMasterIdLst>
    <p:handoutMasterId r:id="rId13"/>
  </p:handoutMasterIdLst>
  <p:sldIdLst>
    <p:sldId id="289" r:id="rId5"/>
    <p:sldId id="264" r:id="rId6"/>
    <p:sldId id="265" r:id="rId7"/>
    <p:sldId id="290" r:id="rId8"/>
    <p:sldId id="291" r:id="rId9"/>
    <p:sldId id="292" r:id="rId10"/>
    <p:sldId id="293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EEFEA70-8018-4ED9-A1D4-0EFC43E2C861}" v="4" dt="2026-02-16T02:10:16.951"/>
  </p1510:revLst>
</p1510:revInfo>
</file>

<file path=ppt/tableStyles.xml><?xml version="1.0" encoding="utf-8"?>
<a:tblStyleLst xmlns:a="http://schemas.openxmlformats.org/drawingml/2006/main" def="{9DCAF9ED-07DC-4A11-8D7F-57B35C25682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6" autoAdjust="0"/>
    <p:restoredTop sz="94694" autoAdjust="0"/>
  </p:normalViewPr>
  <p:slideViewPr>
    <p:cSldViewPr snapToGrid="0">
      <p:cViewPr varScale="1">
        <p:scale>
          <a:sx n="142" d="100"/>
          <a:sy n="142" d="100"/>
        </p:scale>
        <p:origin x="1020" y="34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757"/>
    </p:cViewPr>
  </p:sorterViewPr>
  <p:notesViewPr>
    <p:cSldViewPr snapToGrid="0">
      <p:cViewPr>
        <p:scale>
          <a:sx n="1" d="2"/>
          <a:sy n="1" d="2"/>
        </p:scale>
        <p:origin x="3480" y="55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20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than Soer" userId="7b80c4d02c6ec950" providerId="LiveId" clId="{80D347B1-0701-409C-9864-EA775453FA3D}"/>
    <pc:docChg chg="modSld">
      <pc:chgData name="Nathan Soer" userId="7b80c4d02c6ec950" providerId="LiveId" clId="{80D347B1-0701-409C-9864-EA775453FA3D}" dt="2026-02-16T02:10:16.950" v="11"/>
      <pc:docMkLst>
        <pc:docMk/>
      </pc:docMkLst>
      <pc:sldChg chg="addSp delSp modSp mod modTransition modAnim">
        <pc:chgData name="Nathan Soer" userId="7b80c4d02c6ec950" providerId="LiveId" clId="{80D347B1-0701-409C-9864-EA775453FA3D}" dt="2026-02-16T02:10:16.950" v="11"/>
        <pc:sldMkLst>
          <pc:docMk/>
          <pc:sldMk cId="837402205" sldId="264"/>
        </pc:sldMkLst>
        <pc:picChg chg="add del mod">
          <ac:chgData name="Nathan Soer" userId="7b80c4d02c6ec950" providerId="LiveId" clId="{80D347B1-0701-409C-9864-EA775453FA3D}" dt="2026-02-16T02:03:36.009" v="10"/>
          <ac:picMkLst>
            <pc:docMk/>
            <pc:sldMk cId="837402205" sldId="264"/>
            <ac:picMk id="12" creationId="{E2054807-7B2A-6398-56F7-AD6D7838703B}"/>
          </ac:picMkLst>
        </pc:picChg>
        <pc:picChg chg="add del mod ord">
          <ac:chgData name="Nathan Soer" userId="7b80c4d02c6ec950" providerId="LiveId" clId="{80D347B1-0701-409C-9864-EA775453FA3D}" dt="2026-02-16T02:10:16.950" v="11"/>
          <ac:picMkLst>
            <pc:docMk/>
            <pc:sldMk cId="837402205" sldId="264"/>
            <ac:picMk id="15" creationId="{8ED35E92-9B0C-B6F2-0C40-22F25136511C}"/>
          </ac:picMkLst>
        </pc:picChg>
        <pc:picChg chg="add mod">
          <ac:chgData name="Nathan Soer" userId="7b80c4d02c6ec950" providerId="LiveId" clId="{80D347B1-0701-409C-9864-EA775453FA3D}" dt="2026-02-16T02:10:16.950" v="11"/>
          <ac:picMkLst>
            <pc:docMk/>
            <pc:sldMk cId="837402205" sldId="264"/>
            <ac:picMk id="16" creationId="{453190C9-54BB-4D96-62C0-AE7809CD96C3}"/>
          </ac:picMkLst>
        </pc:picChg>
      </pc:sldChg>
      <pc:sldChg chg="addSp modSp modTransition">
        <pc:chgData name="Nathan Soer" userId="7b80c4d02c6ec950" providerId="LiveId" clId="{80D347B1-0701-409C-9864-EA775453FA3D}" dt="2026-02-16T02:10:16.950" v="11"/>
        <pc:sldMkLst>
          <pc:docMk/>
          <pc:sldMk cId="729609147" sldId="265"/>
        </pc:sldMkLst>
        <pc:picChg chg="add mod">
          <ac:chgData name="Nathan Soer" userId="7b80c4d02c6ec950" providerId="LiveId" clId="{80D347B1-0701-409C-9864-EA775453FA3D}" dt="2026-02-16T02:10:16.950" v="11"/>
          <ac:picMkLst>
            <pc:docMk/>
            <pc:sldMk cId="729609147" sldId="265"/>
            <ac:picMk id="11" creationId="{1309B170-A274-0BF1-ACB1-866093F92E1B}"/>
          </ac:picMkLst>
        </pc:picChg>
      </pc:sldChg>
      <pc:sldChg chg="addSp delSp modSp mod modTransition modAnim">
        <pc:chgData name="Nathan Soer" userId="7b80c4d02c6ec950" providerId="LiveId" clId="{80D347B1-0701-409C-9864-EA775453FA3D}" dt="2026-02-16T02:10:16.950" v="11"/>
        <pc:sldMkLst>
          <pc:docMk/>
          <pc:sldMk cId="3078994387" sldId="289"/>
        </pc:sldMkLst>
        <pc:spChg chg="mod">
          <ac:chgData name="Nathan Soer" userId="7b80c4d02c6ec950" providerId="LiveId" clId="{80D347B1-0701-409C-9864-EA775453FA3D}" dt="2026-02-16T02:02:17.142" v="6" actId="20577"/>
          <ac:spMkLst>
            <pc:docMk/>
            <pc:sldMk cId="3078994387" sldId="289"/>
            <ac:spMk id="9" creationId="{6FEC93CF-2672-7D78-F278-58C5E012E0DF}"/>
          </ac:spMkLst>
        </pc:spChg>
        <pc:picChg chg="add del mod">
          <ac:chgData name="Nathan Soer" userId="7b80c4d02c6ec950" providerId="LiveId" clId="{80D347B1-0701-409C-9864-EA775453FA3D}" dt="2026-02-16T02:03:36.009" v="10"/>
          <ac:picMkLst>
            <pc:docMk/>
            <pc:sldMk cId="3078994387" sldId="289"/>
            <ac:picMk id="4" creationId="{0B85787B-DF80-EBDD-FF1A-95FACAC2DFA6}"/>
          </ac:picMkLst>
        </pc:picChg>
        <pc:picChg chg="add del mod ord">
          <ac:chgData name="Nathan Soer" userId="7b80c4d02c6ec950" providerId="LiveId" clId="{80D347B1-0701-409C-9864-EA775453FA3D}" dt="2026-02-16T02:10:16.950" v="11"/>
          <ac:picMkLst>
            <pc:docMk/>
            <pc:sldMk cId="3078994387" sldId="289"/>
            <ac:picMk id="6" creationId="{D2D0F785-D9EE-0989-8890-B5A4D932BB06}"/>
          </ac:picMkLst>
        </pc:picChg>
        <pc:picChg chg="add mod">
          <ac:chgData name="Nathan Soer" userId="7b80c4d02c6ec950" providerId="LiveId" clId="{80D347B1-0701-409C-9864-EA775453FA3D}" dt="2026-02-16T02:10:16.950" v="11"/>
          <ac:picMkLst>
            <pc:docMk/>
            <pc:sldMk cId="3078994387" sldId="289"/>
            <ac:picMk id="8" creationId="{C1970D60-8B60-FA45-334C-7A0408CFCED1}"/>
          </ac:picMkLst>
        </pc:picChg>
      </pc:sldChg>
      <pc:sldChg chg="addSp modSp modTransition">
        <pc:chgData name="Nathan Soer" userId="7b80c4d02c6ec950" providerId="LiveId" clId="{80D347B1-0701-409C-9864-EA775453FA3D}" dt="2026-02-16T02:10:16.950" v="11"/>
        <pc:sldMkLst>
          <pc:docMk/>
          <pc:sldMk cId="3170952389" sldId="290"/>
        </pc:sldMkLst>
        <pc:picChg chg="add mod">
          <ac:chgData name="Nathan Soer" userId="7b80c4d02c6ec950" providerId="LiveId" clId="{80D347B1-0701-409C-9864-EA775453FA3D}" dt="2026-02-16T02:10:16.950" v="11"/>
          <ac:picMkLst>
            <pc:docMk/>
            <pc:sldMk cId="3170952389" sldId="290"/>
            <ac:picMk id="8" creationId="{85762B4F-6344-68EF-8F10-8DE773D5C6C0}"/>
          </ac:picMkLst>
        </pc:picChg>
      </pc:sldChg>
      <pc:sldChg chg="addSp modSp modTransition">
        <pc:chgData name="Nathan Soer" userId="7b80c4d02c6ec950" providerId="LiveId" clId="{80D347B1-0701-409C-9864-EA775453FA3D}" dt="2026-02-16T02:10:16.950" v="11"/>
        <pc:sldMkLst>
          <pc:docMk/>
          <pc:sldMk cId="1312471928" sldId="291"/>
        </pc:sldMkLst>
        <pc:picChg chg="add mod">
          <ac:chgData name="Nathan Soer" userId="7b80c4d02c6ec950" providerId="LiveId" clId="{80D347B1-0701-409C-9864-EA775453FA3D}" dt="2026-02-16T02:10:16.950" v="11"/>
          <ac:picMkLst>
            <pc:docMk/>
            <pc:sldMk cId="1312471928" sldId="291"/>
            <ac:picMk id="12" creationId="{2F7648E9-93A5-2E71-1517-75CDEEB0A435}"/>
          </ac:picMkLst>
        </pc:picChg>
      </pc:sldChg>
      <pc:sldChg chg="addSp modSp modTransition">
        <pc:chgData name="Nathan Soer" userId="7b80c4d02c6ec950" providerId="LiveId" clId="{80D347B1-0701-409C-9864-EA775453FA3D}" dt="2026-02-16T02:10:16.950" v="11"/>
        <pc:sldMkLst>
          <pc:docMk/>
          <pc:sldMk cId="1072565570" sldId="292"/>
        </pc:sldMkLst>
        <pc:picChg chg="add mod">
          <ac:chgData name="Nathan Soer" userId="7b80c4d02c6ec950" providerId="LiveId" clId="{80D347B1-0701-409C-9864-EA775453FA3D}" dt="2026-02-16T02:10:16.950" v="11"/>
          <ac:picMkLst>
            <pc:docMk/>
            <pc:sldMk cId="1072565570" sldId="292"/>
            <ac:picMk id="5" creationId="{197ABFAF-6266-91E8-EC10-C5E94E5E40D3}"/>
          </ac:picMkLst>
        </pc:picChg>
      </pc:sldChg>
      <pc:sldChg chg="addSp modSp modTransition">
        <pc:chgData name="Nathan Soer" userId="7b80c4d02c6ec950" providerId="LiveId" clId="{80D347B1-0701-409C-9864-EA775453FA3D}" dt="2026-02-16T02:10:16.950" v="11"/>
        <pc:sldMkLst>
          <pc:docMk/>
          <pc:sldMk cId="3908723839" sldId="293"/>
        </pc:sldMkLst>
        <pc:picChg chg="add mod">
          <ac:chgData name="Nathan Soer" userId="7b80c4d02c6ec950" providerId="LiveId" clId="{80D347B1-0701-409C-9864-EA775453FA3D}" dt="2026-02-16T02:10:16.950" v="11"/>
          <ac:picMkLst>
            <pc:docMk/>
            <pc:sldMk cId="3908723839" sldId="293"/>
            <ac:picMk id="5" creationId="{87C9F479-A9C1-F921-AE31-7CD92AC6875D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976AB79-C677-3DB7-78CF-9305D586148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3AB137-CEA6-0244-F12B-1ECC21172D0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C994AA-C437-4EF4-8BEF-0B832D7FA420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68EC96-C6CC-F2AF-D90F-143F4D20A07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02786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B16356-3B28-4AAF-8099-7941810E2475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5DA344-5FA2-43F7-9D95-CA56C82B08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7629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54445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57996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7698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114D80-687A-4A36-05D9-80D0EADDCD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26CE77-193E-E69F-9D70-907ED36E91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8A586F-BD74-63BE-532D-71A49F4191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C16806-9538-51EF-F9F6-0255AE9629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19743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0AC4D6-5557-C6AE-D629-29BEFFEE69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A1450B-9EB8-F21A-77E2-96611106D5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81E556-362C-8C61-FB26-60A4F085F6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D43008-19EA-A06E-D0D4-DA1C81E499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47816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823FF7-7938-ABDB-5744-1EBD3E71D3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918521-3A08-C9B0-E533-DFABC73BDA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8A1EE7-C000-1004-880B-C6AEDAEA54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C58654-B8CC-AB97-9A32-504AD3123C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09429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59A6F7-E657-817C-466F-F6012D6BE9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9E4B928-DDA4-4B7D-63A4-DD386B4DA6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7B2732-8857-AE6D-7143-010F1372B4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825F28-F77A-C3B3-4D08-6323318164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98739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B0DB3-A8FF-4ABB-9E2E-D960422260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025308"/>
          </a:xfrm>
        </p:spPr>
        <p:txBody>
          <a:bodyPr anchor="b">
            <a:normAutofit/>
          </a:bodyPr>
          <a:lstStyle>
            <a:lvl1pPr algn="ctr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EE0618-75D7-410F-859C-CDF53BC53E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86729"/>
            <a:ext cx="9144000" cy="1135529"/>
          </a:xfrm>
        </p:spPr>
        <p:txBody>
          <a:bodyPr>
            <a:normAutofit/>
          </a:bodyPr>
          <a:lstStyle>
            <a:lvl1pPr marL="0" indent="0" algn="ctr">
              <a:lnSpc>
                <a:spcPct val="12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237F11-76DB-4DD9-9747-3F38D05BA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59F581-81B0-44B3-ABA5-A25CA4BAE4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10D591-ADCF-4300-8282-72AE357F3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15657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75558-A264-444E-829B-51AAE6B4B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8D9373-37D1-4135-8D34-755E139F79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5E4A6B-1966-4E57-9FB8-8B111E97BC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3FC3DD-F2BE-41FF-895B-00129AAB15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1F830C-8424-4FAF-A011-605AE1D14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8958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A1BE8-ECC1-4027-B16E-C7BECCA9DF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46C7E1-471A-46AA-8068-98E68C0C20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7C9F8F-EC48-4D16-B4C6-023A7B607B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9FA5B3-F726-417B-932A-B93E0C8F5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7D21F1-1A24-43EA-AB09-3024C491E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56388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16569-B648-4D50-BEB8-E8DAE24D6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0831B3-A1FD-470C-BEEE-4CFB441502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924493"/>
            <a:ext cx="5181600" cy="42524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F34A17-C244-438C-9AE3-FB9B3CE3BD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924493"/>
            <a:ext cx="5181600" cy="42524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CFA3AA-3FC1-4B98-8F99-1726F1AC0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E10883-BACC-41A1-9067-ECFDB937D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7660A2-13C9-4432-A6EB-A4FF3D78F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81215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7C843-C993-4E9C-80DD-3620816E5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91A8E3-B066-4511-9C6E-A3435B64DD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734325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E86B63-4102-4802-94D7-F138F80F3E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58237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C924765-08A7-4A60-86DC-DC420F60BB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734325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4AA2795-EFB6-4000-8F25-FBB62646C0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58237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C942CFB-FE12-494A-9C41-3CB90F07BD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C3A07E3-59E1-4EBD-9687-4B6ABE96A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CF7BB23-7539-4674-8B66-ACEFF9468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72086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841DB-C73C-4968-B434-A6AA14DAF6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8152BF-92C7-4BF5-A9DB-16A0BF0F5F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289DB7-F492-4037-A439-D70F7E556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FA96F1-8B8A-4E83-B3C2-E10DE522A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98264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8031033-9688-463F-9614-47F2F5BC6B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5B8DB2-C14B-45AC-ACAF-8702DF59C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01DA57-8D4E-4075-9460-4F03DF8AA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28312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2CBE2C-9DAA-489D-AC88-15CBBA8A9B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E124BE-E494-445A-A4FB-A2A8F28F0C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2446DE-9A32-4774-9F7C-86678CA90E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00115D-61B3-46D0-B4D3-30C374B52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3C2AFC-D0F8-469F-B1E0-123C2E066E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B9BCDA-9EF7-4531-8021-AF7B30751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99839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0AE558-F89F-4688-94E5-77F37D49F1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BCD35AF-8CA2-49BB-BAE9-F29A0186EC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5CAA98-55BD-4118-A8AF-D603060784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BFF4C5-82A8-4AD8-B7E2-2882F65768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60B401-B64F-417B-8AD6-581A22E5E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24BD4C-7149-44BF-8150-F72CAA95A5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96634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E5C77-55F8-4677-A96C-E6D3F5545D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A064EF-ADDA-4943-8F87-A7469D7997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B0D493-D1E7-4358-95E9-B5B80A49E6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E98326-3276-4B9E-960F-10C6677BFA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4C3AC2-288D-4FEE-BF80-0EAEDDFAB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18958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3333C6A-5417-40BD-BF7A-9405832237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3BCB45-B343-46F6-9718-AA0D68CED1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BDA2A4-FD34-4E17-908F-4367B1E644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B87AE3-776D-451D-AA52-C06B747248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A0C4D5-BE1E-4D6A-9196-E0F9E42B2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214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4AAEB19-4B49-2801-9B15-7682CDF04C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D23C3EC-28B3-4644-8BE5-3288734B46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itle 1">
            <a:extLst>
              <a:ext uri="{FF2B5EF4-FFF2-40B4-BE49-F238E27FC236}">
                <a16:creationId xmlns:a16="http://schemas.microsoft.com/office/drawing/2014/main" id="{2E8C189B-2E00-67DA-E342-3440F5EBB4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57468" y="486137"/>
            <a:ext cx="5427584" cy="3599727"/>
          </a:xfrm>
        </p:spPr>
        <p:txBody>
          <a:bodyPr anchor="b" anchorCtr="0">
            <a:noAutofit/>
          </a:bodyPr>
          <a:lstStyle>
            <a:lvl1pPr algn="l">
              <a:defRPr sz="4400"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B64FCBF4-90E6-FFAA-143D-3A01CE52569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624774" y="-6713"/>
            <a:ext cx="6578801" cy="6894576"/>
          </a:xfrm>
          <a:custGeom>
            <a:avLst/>
            <a:gdLst>
              <a:gd name="connsiteX0" fmla="*/ 0 w 6613525"/>
              <a:gd name="connsiteY0" fmla="*/ 0 h 6858000"/>
              <a:gd name="connsiteX1" fmla="*/ 6613525 w 6613525"/>
              <a:gd name="connsiteY1" fmla="*/ 0 h 6858000"/>
              <a:gd name="connsiteX2" fmla="*/ 6613525 w 6613525"/>
              <a:gd name="connsiteY2" fmla="*/ 6858000 h 6858000"/>
              <a:gd name="connsiteX3" fmla="*/ 0 w 6613525"/>
              <a:gd name="connsiteY3" fmla="*/ 6858000 h 6858000"/>
              <a:gd name="connsiteX4" fmla="*/ 0 w 6613525"/>
              <a:gd name="connsiteY4" fmla="*/ 0 h 6858000"/>
              <a:gd name="connsiteX0" fmla="*/ 1875099 w 6613525"/>
              <a:gd name="connsiteY0" fmla="*/ 0 h 6858000"/>
              <a:gd name="connsiteX1" fmla="*/ 6613525 w 6613525"/>
              <a:gd name="connsiteY1" fmla="*/ 0 h 6858000"/>
              <a:gd name="connsiteX2" fmla="*/ 6613525 w 6613525"/>
              <a:gd name="connsiteY2" fmla="*/ 6858000 h 6858000"/>
              <a:gd name="connsiteX3" fmla="*/ 0 w 6613525"/>
              <a:gd name="connsiteY3" fmla="*/ 6858000 h 6858000"/>
              <a:gd name="connsiteX4" fmla="*/ 1875099 w 6613525"/>
              <a:gd name="connsiteY4" fmla="*/ 0 h 6858000"/>
              <a:gd name="connsiteX0" fmla="*/ 1840375 w 6578801"/>
              <a:gd name="connsiteY0" fmla="*/ 0 h 6869575"/>
              <a:gd name="connsiteX1" fmla="*/ 6578801 w 6578801"/>
              <a:gd name="connsiteY1" fmla="*/ 0 h 6869575"/>
              <a:gd name="connsiteX2" fmla="*/ 6578801 w 6578801"/>
              <a:gd name="connsiteY2" fmla="*/ 6858000 h 6869575"/>
              <a:gd name="connsiteX3" fmla="*/ 0 w 6578801"/>
              <a:gd name="connsiteY3" fmla="*/ 6869575 h 6869575"/>
              <a:gd name="connsiteX4" fmla="*/ 1840375 w 6578801"/>
              <a:gd name="connsiteY4" fmla="*/ 0 h 6869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78801" h="6869575">
                <a:moveTo>
                  <a:pt x="1840375" y="0"/>
                </a:moveTo>
                <a:lnTo>
                  <a:pt x="6578801" y="0"/>
                </a:lnTo>
                <a:lnTo>
                  <a:pt x="6578801" y="6858000"/>
                </a:lnTo>
                <a:lnTo>
                  <a:pt x="0" y="6869575"/>
                </a:lnTo>
                <a:lnTo>
                  <a:pt x="1840375" y="0"/>
                </a:lnTo>
                <a:close/>
              </a:path>
            </a:pathLst>
          </a:custGeom>
        </p:spPr>
        <p:txBody>
          <a:bodyPr tIns="274320" rIns="274320">
            <a:normAutofit/>
          </a:bodyPr>
          <a:lstStyle>
            <a:lvl1pPr marL="0" indent="0" algn="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72401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9E49FCE-658C-FF5A-6405-3D10F1AC1B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903C516-D418-5E3E-1E4E-1DF8464338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7BF5B15-0E8A-A82C-6E9C-FCF3FBAAD4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54B33CA-9490-C8E1-FE4F-06367AF292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586824F-3198-FE44-5A4A-70312048DA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058CD71-6E97-B6A9-11B6-867ED408DE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E9FDAA6-BDE8-D6C3-17CD-F87BFB54F5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anchor="b" anchorCtr="0">
            <a:no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42A0738D-E9A9-14B7-4739-62E402B0C2D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834961" y="2032663"/>
            <a:ext cx="4463005" cy="406749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500"/>
              </a:spcAft>
              <a:buNone/>
              <a:defRPr sz="1800"/>
            </a:lvl1pPr>
            <a:lvl2pPr marL="0">
              <a:spcBef>
                <a:spcPts val="1000"/>
              </a:spcBef>
              <a:spcAft>
                <a:spcPts val="500"/>
              </a:spcAft>
              <a:defRPr sz="1800"/>
            </a:lvl2pPr>
            <a:lvl3pPr marL="457200">
              <a:spcBef>
                <a:spcPts val="1000"/>
              </a:spcBef>
              <a:spcAft>
                <a:spcPts val="500"/>
              </a:spcAft>
              <a:defRPr sz="1800"/>
            </a:lvl3pPr>
            <a:lvl4pPr marL="685800">
              <a:spcBef>
                <a:spcPts val="1000"/>
              </a:spcBef>
              <a:spcAft>
                <a:spcPts val="500"/>
              </a:spcAft>
              <a:defRPr sz="1800"/>
            </a:lvl4pPr>
            <a:lvl5pPr marL="914400">
              <a:spcBef>
                <a:spcPts val="1000"/>
              </a:spcBef>
              <a:spcAft>
                <a:spcPts val="500"/>
              </a:spcAft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A766D4CB-8BCE-C6EE-EF57-A8A819EBD366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6141720" y="2032663"/>
            <a:ext cx="5212080" cy="406749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500"/>
              </a:spcAft>
              <a:buNone/>
              <a:defRPr sz="1800"/>
            </a:lvl1pPr>
            <a:lvl2pPr marL="0">
              <a:spcBef>
                <a:spcPts val="1000"/>
              </a:spcBef>
              <a:spcAft>
                <a:spcPts val="500"/>
              </a:spcAft>
              <a:defRPr sz="1800"/>
            </a:lvl2pPr>
            <a:lvl3pPr marL="457200">
              <a:spcBef>
                <a:spcPts val="1000"/>
              </a:spcBef>
              <a:spcAft>
                <a:spcPts val="500"/>
              </a:spcAft>
              <a:defRPr sz="1800"/>
            </a:lvl3pPr>
            <a:lvl4pPr marL="685800">
              <a:spcBef>
                <a:spcPts val="1000"/>
              </a:spcBef>
              <a:spcAft>
                <a:spcPts val="500"/>
              </a:spcAft>
              <a:defRPr sz="1800"/>
            </a:lvl4pPr>
            <a:lvl5pPr marL="914400">
              <a:spcBef>
                <a:spcPts val="1000"/>
              </a:spcBef>
              <a:spcAft>
                <a:spcPts val="500"/>
              </a:spcAft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67566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DD9208B-0FD2-A7E3-5202-0F18392AE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04010E2-9C6F-C582-1E3A-F5D43D0FFB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3D2B8AF-94DE-C211-EAE7-0971C111B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247A2AC-F284-077E-9A14-EB7D1DE627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0E91F1F-5151-2442-2B89-CE0AB11785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FBD82AC-3C5B-819E-E0FF-157D74B840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F299648-2E6E-FA0D-85E4-8884BE34A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anchor="b" anchorCtr="0">
            <a:no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07BD0263-5D42-E696-F170-1F9CF5FF2A74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838199" y="2078963"/>
            <a:ext cx="3435628" cy="4067492"/>
          </a:xfrm>
        </p:spPr>
        <p:txBody>
          <a:bodyPr>
            <a:normAutofit/>
          </a:bodyPr>
          <a:lstStyle>
            <a:lvl1pPr marL="457200" indent="-457200">
              <a:spcBef>
                <a:spcPts val="1000"/>
              </a:spcBef>
              <a:spcAft>
                <a:spcPts val="500"/>
              </a:spcAft>
              <a:buFont typeface="+mj-lt"/>
              <a:buAutoNum type="arabicPeriod"/>
              <a:defRPr sz="1800"/>
            </a:lvl1pPr>
            <a:lvl2pPr marL="914400" indent="-457200">
              <a:spcBef>
                <a:spcPts val="1000"/>
              </a:spcBef>
              <a:spcAft>
                <a:spcPts val="500"/>
              </a:spcAft>
              <a:buFont typeface="+mj-lt"/>
              <a:buAutoNum type="alphaLcPeriod"/>
              <a:defRPr sz="1800"/>
            </a:lvl2pPr>
            <a:lvl3pPr marL="1371600" indent="-457200">
              <a:spcBef>
                <a:spcPts val="1000"/>
              </a:spcBef>
              <a:spcAft>
                <a:spcPts val="500"/>
              </a:spcAft>
              <a:buFont typeface="+mj-lt"/>
              <a:buAutoNum type="arabicParenR"/>
              <a:defRPr sz="1800"/>
            </a:lvl3pPr>
            <a:lvl4pPr marL="1828800" indent="-457200">
              <a:spcBef>
                <a:spcPts val="1000"/>
              </a:spcBef>
              <a:spcAft>
                <a:spcPts val="500"/>
              </a:spcAft>
              <a:buFont typeface="+mj-lt"/>
              <a:buAutoNum type="alphaLcParenR"/>
              <a:defRPr sz="1800"/>
            </a:lvl4pPr>
            <a:lvl5pPr marL="2228850" indent="-457200">
              <a:spcBef>
                <a:spcPts val="1000"/>
              </a:spcBef>
              <a:spcAft>
                <a:spcPts val="500"/>
              </a:spcAft>
              <a:buFont typeface="+mj-lt"/>
              <a:buAutoNum type="romanLcPeriod"/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1BEE7174-135F-6F9F-11B9-3C3F2F9CDEAA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965539" y="2087315"/>
            <a:ext cx="6007261" cy="406749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0"/>
              </a:spcAft>
              <a:buNone/>
              <a:defRPr sz="1800"/>
            </a:lvl1pPr>
            <a:lvl2pPr marL="0">
              <a:spcBef>
                <a:spcPts val="1000"/>
              </a:spcBef>
              <a:spcAft>
                <a:spcPts val="500"/>
              </a:spcAft>
              <a:defRPr sz="1800"/>
            </a:lvl2pPr>
            <a:lvl3pPr marL="457200">
              <a:spcBef>
                <a:spcPts val="1000"/>
              </a:spcBef>
              <a:spcAft>
                <a:spcPts val="500"/>
              </a:spcAft>
              <a:defRPr sz="1800"/>
            </a:lvl3pPr>
            <a:lvl4pPr marL="685800">
              <a:spcBef>
                <a:spcPts val="1000"/>
              </a:spcBef>
              <a:spcAft>
                <a:spcPts val="500"/>
              </a:spcAft>
              <a:defRPr sz="1800"/>
            </a:lvl4pPr>
            <a:lvl5pPr marL="914400">
              <a:spcBef>
                <a:spcPts val="1000"/>
              </a:spcBef>
              <a:spcAft>
                <a:spcPts val="500"/>
              </a:spcAft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20464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436E0F2-A64B-471E-93C0-8DFE08CC57C8}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DC1E3AB1-2A8C-4607-9FAE-D8BDB280FE1A}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6D66059-832F-40B6-A35F-F56C8F38A1E7}"/>
              </a:ext>
            </a:extLst>
          </p:cNvPr>
          <p:cNvCxnSpPr>
            <a:cxnSpLocks/>
          </p:cNvCxnSpPr>
          <p:nvPr/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A515E2ED-7EA9-448D-83FA-54C3DF9723BD}"/>
              </a:ext>
            </a:extLst>
          </p:cNvPr>
          <p:cNvCxnSpPr>
            <a:cxnSpLocks/>
          </p:cNvCxnSpPr>
          <p:nvPr/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20595356-EABD-4767-AC9D-EA21FF115EC0}"/>
              </a:ext>
            </a:extLst>
          </p:cNvPr>
          <p:cNvCxnSpPr>
            <a:cxnSpLocks/>
          </p:cNvCxnSpPr>
          <p:nvPr/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8CD9F06-9628-469C-B788-A894E3E08281}"/>
              </a:ext>
            </a:extLst>
          </p:cNvPr>
          <p:cNvCxnSpPr>
            <a:cxnSpLocks/>
          </p:cNvCxnSpPr>
          <p:nvPr/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8550A431-0B61-421B-B4B7-24C0CFF0F938}"/>
              </a:ext>
            </a:extLst>
          </p:cNvPr>
          <p:cNvCxnSpPr>
            <a:cxnSpLocks/>
          </p:cNvCxnSpPr>
          <p:nvPr/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75B94C5-D205-4339-B029-5D0FD2E5F3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533401"/>
            <a:ext cx="9906000" cy="13821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96DC5C-BD34-4CE4-8AA7-A6A4B9516F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43000" y="2009554"/>
            <a:ext cx="9906000" cy="40244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F192A7-D622-449D-9FC2-48FDE4D690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337102" y="6398878"/>
            <a:ext cx="419390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100">
                <a:solidFill>
                  <a:schemeClr val="tx2"/>
                </a:solidFill>
                <a:latin typeface="+mn-lt"/>
              </a:defRPr>
            </a:lvl1pPr>
          </a:lstStyle>
          <a:p>
            <a:fld id="{D6D8061D-18C3-4F4F-85EF-561633F5875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35B93C-2BE9-4847-BFE5-D3CBCC6E94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4429" y="6398878"/>
            <a:ext cx="449731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 b="1" spc="30" baseline="0">
                <a:solidFill>
                  <a:schemeClr val="tx2"/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F70A99-395E-4F22-8AAB-6C7EE743D7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02477" y="6398878"/>
            <a:ext cx="470887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100">
                <a:solidFill>
                  <a:schemeClr val="tx2"/>
                </a:solidFill>
                <a:latin typeface="+mn-lt"/>
              </a:defRPr>
            </a:lvl1pPr>
          </a:lstStyle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60651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  <p:sldLayoutId id="2147483679" r:id="rId12"/>
    <p:sldLayoutId id="2147483685" r:id="rId13"/>
    <p:sldLayoutId id="2147483686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i="1" kern="1200" cap="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SzPct val="80000"/>
        <a:buFont typeface="Arial" panose="020B0604020202020204" pitchFamily="34" charset="0"/>
        <a:buChar char="•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orient="horz" pos="336">
          <p15:clr>
            <a:srgbClr val="F26B43"/>
          </p15:clr>
        </p15:guide>
        <p15:guide id="4" orient="horz" pos="3984">
          <p15:clr>
            <a:srgbClr val="F26B43"/>
          </p15:clr>
        </p15:guide>
        <p15:guide id="5" pos="336">
          <p15:clr>
            <a:srgbClr val="F26B43"/>
          </p15:clr>
        </p15:guide>
        <p15:guide id="6" pos="7344">
          <p15:clr>
            <a:srgbClr val="F26B43"/>
          </p15:clr>
        </p15:guide>
        <p15:guide id="7" pos="720">
          <p15:clr>
            <a:srgbClr val="F26B43"/>
          </p15:clr>
        </p15:guide>
        <p15:guide id="8" pos="696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6" Type="http://schemas.openxmlformats.org/officeDocument/2006/relationships/image" Target="../media/image2.png"/><Relationship Id="rId5" Type="http://schemas.openxmlformats.org/officeDocument/2006/relationships/image" Target="../media/image1.jpe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audio" Target="../media/media2.m4a"/><Relationship Id="rId1" Type="http://schemas.microsoft.com/office/2007/relationships/media" Target="../media/media2.m4a"/><Relationship Id="rId5" Type="http://schemas.openxmlformats.org/officeDocument/2006/relationships/image" Target="../media/image2.png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audio" Target="../media/media3.m4a"/><Relationship Id="rId1" Type="http://schemas.microsoft.com/office/2007/relationships/media" Target="../media/media3.m4a"/><Relationship Id="rId5" Type="http://schemas.openxmlformats.org/officeDocument/2006/relationships/image" Target="../media/image2.png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audio" Target="../media/media4.m4a"/><Relationship Id="rId1" Type="http://schemas.microsoft.com/office/2007/relationships/media" Target="../media/media4.m4a"/><Relationship Id="rId6" Type="http://schemas.openxmlformats.org/officeDocument/2006/relationships/image" Target="../media/image2.png"/><Relationship Id="rId5" Type="http://schemas.openxmlformats.org/officeDocument/2006/relationships/image" Target="../media/image3.emf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audio" Target="../media/media5.m4a"/><Relationship Id="rId1" Type="http://schemas.microsoft.com/office/2007/relationships/media" Target="../media/media5.m4a"/><Relationship Id="rId5" Type="http://schemas.openxmlformats.org/officeDocument/2006/relationships/image" Target="../media/image2.png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audio" Target="../media/media6.m4a"/><Relationship Id="rId1" Type="http://schemas.microsoft.com/office/2007/relationships/media" Target="../media/media6.m4a"/><Relationship Id="rId5" Type="http://schemas.openxmlformats.org/officeDocument/2006/relationships/image" Target="../media/image2.png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audio" Target="../media/media7.m4a"/><Relationship Id="rId1" Type="http://schemas.microsoft.com/office/2007/relationships/media" Target="../media/media7.m4a"/><Relationship Id="rId5" Type="http://schemas.openxmlformats.org/officeDocument/2006/relationships/image" Target="../media/image2.png"/><Relationship Id="rId4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6FEC93CF-2672-7D78-F278-58C5E012E0D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Automotive Sale Price Prediction Model</a:t>
            </a:r>
          </a:p>
        </p:txBody>
      </p:sp>
      <p:pic>
        <p:nvPicPr>
          <p:cNvPr id="7" name="Picture Placeholder 6" descr="Looking up view of a city with skyscrapers">
            <a:extLst>
              <a:ext uri="{FF2B5EF4-FFF2-40B4-BE49-F238E27FC236}">
                <a16:creationId xmlns:a16="http://schemas.microsoft.com/office/drawing/2014/main" id="{ED21B7CD-3D69-26B5-8A0B-52A19A6B0A26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" r="72"/>
          <a:stretch/>
        </p:blipFill>
        <p:spPr/>
      </p:pic>
      <p:pic>
        <p:nvPicPr>
          <p:cNvPr id="8" name="Audio 7">
            <a:hlinkClick r:id="" action="ppaction://media"/>
            <a:extLst>
              <a:ext uri="{FF2B5EF4-FFF2-40B4-BE49-F238E27FC236}">
                <a16:creationId xmlns:a16="http://schemas.microsoft.com/office/drawing/2014/main" id="{C1970D60-8B60-FA45-334C-7A0408CFCED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rcRect l="-118750" t="-118750" r="-118750" b="-118750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0789943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2971"/>
    </mc:Choice>
    <mc:Fallback>
      <p:transition spd="slow" advTm="1297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9874B-BCA9-8420-1595-EDD1865A09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533401"/>
            <a:ext cx="9906000" cy="701633"/>
          </a:xfrm>
          <a:noFill/>
        </p:spPr>
        <p:txBody>
          <a:bodyPr/>
          <a:lstStyle/>
          <a:p>
            <a:r>
              <a:rPr lang="en-US" dirty="0"/>
              <a:t>Business Problem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C66AABE-3BF4-B832-204C-DCE6FA81F669}"/>
              </a:ext>
            </a:extLst>
          </p:cNvPr>
          <p:cNvSpPr txBox="1"/>
          <p:nvPr/>
        </p:nvSpPr>
        <p:spPr>
          <a:xfrm>
            <a:off x="1143000" y="2644170"/>
            <a:ext cx="975854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 car is probably the second most expensive item that a person will purchase in their lifetime.  Because of this a person should have a tool to help determine what a car is worth.  This tool would help the buyer make sure they are buying the car at a fair price. </a:t>
            </a:r>
          </a:p>
        </p:txBody>
      </p:sp>
      <p:pic>
        <p:nvPicPr>
          <p:cNvPr id="16" name="Audio 15">
            <a:hlinkClick r:id="" action="ppaction://media"/>
            <a:extLst>
              <a:ext uri="{FF2B5EF4-FFF2-40B4-BE49-F238E27FC236}">
                <a16:creationId xmlns:a16="http://schemas.microsoft.com/office/drawing/2014/main" id="{453190C9-54BB-4D96-62C0-AE7809CD96C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118750" t="-118750" r="-118750" b="-118750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8374022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7081"/>
    </mc:Choice>
    <mc:Fallback>
      <p:transition spd="slow" advTm="4708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6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C27C8-165C-5513-DB4B-9D840097C5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533401"/>
            <a:ext cx="9906000" cy="666007"/>
          </a:xfrm>
          <a:noFill/>
        </p:spPr>
        <p:txBody>
          <a:bodyPr/>
          <a:lstStyle/>
          <a:p>
            <a:r>
              <a:rPr lang="en-US" dirty="0"/>
              <a:t>Data Explanation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43620A-17A8-5908-347C-F61E0DD467A5}"/>
              </a:ext>
            </a:extLst>
          </p:cNvPr>
          <p:cNvSpPr txBox="1"/>
          <p:nvPr/>
        </p:nvSpPr>
        <p:spPr>
          <a:xfrm>
            <a:off x="1143000" y="1401288"/>
            <a:ext cx="9627919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Car Sales Data Set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400" dirty="0"/>
              <a:t>Car ID – Unique Record Identifier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400" dirty="0"/>
              <a:t>Brand – Also known as Make, This is the company that produced the car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400" dirty="0"/>
              <a:t>Year – Model Year of the Car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400" dirty="0"/>
              <a:t>Engine Size – Displacement of the Engine in Liters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400" dirty="0"/>
              <a:t>Fuel Type – Type of Engine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400" dirty="0"/>
              <a:t>Transmission – Type of Transmission equipped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400" dirty="0"/>
              <a:t>Mileage – Number of miles on the car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400" dirty="0"/>
              <a:t>Condition – Subjective condition of the car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400" dirty="0"/>
              <a:t>Model – Model Name of the car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Price – Sale price in unknow units.  This is the target of the prediction</a:t>
            </a:r>
            <a:endParaRPr lang="en-US" dirty="0"/>
          </a:p>
        </p:txBody>
      </p:sp>
      <p:pic>
        <p:nvPicPr>
          <p:cNvPr id="11" name="Audio 10">
            <a:hlinkClick r:id="" action="ppaction://media"/>
            <a:extLst>
              <a:ext uri="{FF2B5EF4-FFF2-40B4-BE49-F238E27FC236}">
                <a16:creationId xmlns:a16="http://schemas.microsoft.com/office/drawing/2014/main" id="{1309B170-A274-0BF1-ACB1-866093F92E1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118750" t="-118750" r="-118750" b="-118750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7296091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3684"/>
    </mc:Choice>
    <mc:Fallback>
      <p:transition spd="slow" advTm="8368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1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2CE2F0-25F6-7585-748E-911D19E2FB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E7E581-D9D6-880F-A4C6-2856F512B1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533401"/>
            <a:ext cx="9906000" cy="666007"/>
          </a:xfrm>
          <a:noFill/>
        </p:spPr>
        <p:txBody>
          <a:bodyPr/>
          <a:lstStyle/>
          <a:p>
            <a:r>
              <a:rPr lang="en-US" dirty="0"/>
              <a:t>Data Explanation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87CFD14-B8E3-CBED-698F-2199D1EACA33}"/>
              </a:ext>
            </a:extLst>
          </p:cNvPr>
          <p:cNvSpPr txBox="1"/>
          <p:nvPr/>
        </p:nvSpPr>
        <p:spPr>
          <a:xfrm>
            <a:off x="1143000" y="1484416"/>
            <a:ext cx="9906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data set was checked for missing values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F36C8D8-3700-4827-E6F7-89883E55D80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3160" y="1853748"/>
            <a:ext cx="1788160" cy="193548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B260038-8029-03D7-27D4-3932B70627F5}"/>
              </a:ext>
            </a:extLst>
          </p:cNvPr>
          <p:cNvSpPr txBox="1"/>
          <p:nvPr/>
        </p:nvSpPr>
        <p:spPr>
          <a:xfrm>
            <a:off x="1143000" y="3892923"/>
            <a:ext cx="57418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Categorical variables, Brand, Fuel Type, Transmission, Model, and Condition were converted into dummy variables</a:t>
            </a:r>
          </a:p>
        </p:txBody>
      </p:sp>
      <p:pic>
        <p:nvPicPr>
          <p:cNvPr id="8" name="Audio 7">
            <a:hlinkClick r:id="" action="ppaction://media"/>
            <a:extLst>
              <a:ext uri="{FF2B5EF4-FFF2-40B4-BE49-F238E27FC236}">
                <a16:creationId xmlns:a16="http://schemas.microsoft.com/office/drawing/2014/main" id="{85762B4F-6344-68EF-8F10-8DE773D5C6C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rcRect l="-118750" t="-118750" r="-118750" b="-118750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1709523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9659"/>
    </mc:Choice>
    <mc:Fallback>
      <p:transition spd="slow" advTm="4965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F74049-02BB-28F3-0066-A5E8EF264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A1E25-5D2A-FE85-9514-4C1465CD24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533401"/>
            <a:ext cx="9906000" cy="666007"/>
          </a:xfrm>
          <a:noFill/>
        </p:spPr>
        <p:txBody>
          <a:bodyPr/>
          <a:lstStyle/>
          <a:p>
            <a:r>
              <a:rPr lang="en-US" dirty="0"/>
              <a:t>Methods/Analysis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EFD9696-8C5B-9AAF-2091-643061A53EE1}"/>
              </a:ext>
            </a:extLst>
          </p:cNvPr>
          <p:cNvSpPr txBox="1"/>
          <p:nvPr/>
        </p:nvSpPr>
        <p:spPr>
          <a:xfrm>
            <a:off x="1143000" y="1398494"/>
            <a:ext cx="61654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Linear Regression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F9D6342-660B-0B03-702A-0CC54F53C6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7807478"/>
              </p:ext>
            </p:extLst>
          </p:nvPr>
        </p:nvGraphicFramePr>
        <p:xfrm>
          <a:off x="1237876" y="1767826"/>
          <a:ext cx="2258359" cy="990600"/>
        </p:xfrm>
        <a:graphic>
          <a:graphicData uri="http://schemas.openxmlformats.org/drawingml/2006/table">
            <a:tbl>
              <a:tblPr firstRow="1" firstCol="1" bandRow="1"/>
              <a:tblGrid>
                <a:gridCol w="1521460">
                  <a:extLst>
                    <a:ext uri="{9D8B030D-6E8A-4147-A177-3AD203B41FA5}">
                      <a16:colId xmlns:a16="http://schemas.microsoft.com/office/drawing/2014/main" val="753451043"/>
                    </a:ext>
                  </a:extLst>
                </a:gridCol>
                <a:gridCol w="736899">
                  <a:extLst>
                    <a:ext uri="{9D8B030D-6E8A-4147-A177-3AD203B41FA5}">
                      <a16:colId xmlns:a16="http://schemas.microsoft.com/office/drawing/2014/main" val="3425694734"/>
                    </a:ext>
                  </a:extLst>
                </a:gridCol>
              </a:tblGrid>
              <a:tr h="200025"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Linear Regression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6683939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Metric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Score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726680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Mean Absolute Error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23,875.99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127091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Root Mean Squared Error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27,616.44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9393835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</a:t>
                      </a:r>
                      <a:r>
                        <a:rPr lang="en-US" sz="1100" kern="0" baseline="300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-0.0495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3846381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1D8FFD3A-75F0-899D-EE2B-990F210D13C7}"/>
              </a:ext>
            </a:extLst>
          </p:cNvPr>
          <p:cNvSpPr txBox="1"/>
          <p:nvPr/>
        </p:nvSpPr>
        <p:spPr>
          <a:xfrm>
            <a:off x="1142999" y="2882153"/>
            <a:ext cx="61654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Nearest Neighbors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547C0BC-A4BF-9AC8-F766-7C555DF9FA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3797254"/>
              </p:ext>
            </p:extLst>
          </p:nvPr>
        </p:nvGraphicFramePr>
        <p:xfrm>
          <a:off x="1237874" y="3251485"/>
          <a:ext cx="2359214" cy="1001147"/>
        </p:xfrm>
        <a:graphic>
          <a:graphicData uri="http://schemas.openxmlformats.org/drawingml/2006/table">
            <a:tbl>
              <a:tblPr firstRow="1" firstCol="1" bandRow="1"/>
              <a:tblGrid>
                <a:gridCol w="1579285">
                  <a:extLst>
                    <a:ext uri="{9D8B030D-6E8A-4147-A177-3AD203B41FA5}">
                      <a16:colId xmlns:a16="http://schemas.microsoft.com/office/drawing/2014/main" val="1902569231"/>
                    </a:ext>
                  </a:extLst>
                </a:gridCol>
                <a:gridCol w="779929">
                  <a:extLst>
                    <a:ext uri="{9D8B030D-6E8A-4147-A177-3AD203B41FA5}">
                      <a16:colId xmlns:a16="http://schemas.microsoft.com/office/drawing/2014/main" val="1959067732"/>
                    </a:ext>
                  </a:extLst>
                </a:gridCol>
              </a:tblGrid>
              <a:tr h="200025"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K-Nearest Neighbors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1452593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Metric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Score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1159082"/>
                  </a:ext>
                </a:extLst>
              </a:tr>
              <a:tr h="20104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Mean Absolute Error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23,626.36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87277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Root Mean Squared Error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27,314.70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1304614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</a:t>
                      </a:r>
                      <a:r>
                        <a:rPr lang="en-US" sz="1100" kern="0" baseline="300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-0.026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8717445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2309BE1F-451D-A81D-5B2D-0FD2B81B72A9}"/>
              </a:ext>
            </a:extLst>
          </p:cNvPr>
          <p:cNvSpPr txBox="1"/>
          <p:nvPr/>
        </p:nvSpPr>
        <p:spPr>
          <a:xfrm>
            <a:off x="1142999" y="4365812"/>
            <a:ext cx="61654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XG Boost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9B613F6D-7E64-D8A0-D6DE-D8F0C991E3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7927073"/>
              </p:ext>
            </p:extLst>
          </p:nvPr>
        </p:nvGraphicFramePr>
        <p:xfrm>
          <a:off x="1237874" y="4735144"/>
          <a:ext cx="2466788" cy="990600"/>
        </p:xfrm>
        <a:graphic>
          <a:graphicData uri="http://schemas.openxmlformats.org/drawingml/2006/table">
            <a:tbl>
              <a:tblPr firstRow="1" firstCol="1" bandRow="1"/>
              <a:tblGrid>
                <a:gridCol w="1738360">
                  <a:extLst>
                    <a:ext uri="{9D8B030D-6E8A-4147-A177-3AD203B41FA5}">
                      <a16:colId xmlns:a16="http://schemas.microsoft.com/office/drawing/2014/main" val="2246879190"/>
                    </a:ext>
                  </a:extLst>
                </a:gridCol>
                <a:gridCol w="728428">
                  <a:extLst>
                    <a:ext uri="{9D8B030D-6E8A-4147-A177-3AD203B41FA5}">
                      <a16:colId xmlns:a16="http://schemas.microsoft.com/office/drawing/2014/main" val="2902285776"/>
                    </a:ext>
                  </a:extLst>
                </a:gridCol>
              </a:tblGrid>
              <a:tr h="200025"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XG Boost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3611599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Metric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Score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673251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Mean Absolute Error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27,097.74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576544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Root Mean Squared Error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32,532.96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9844780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</a:t>
                      </a:r>
                      <a:r>
                        <a:rPr lang="en-US" sz="1100" kern="0" baseline="300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-0.456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0822318"/>
                  </a:ext>
                </a:extLst>
              </a:tr>
            </a:tbl>
          </a:graphicData>
        </a:graphic>
      </p:graphicFrame>
      <p:pic>
        <p:nvPicPr>
          <p:cNvPr id="12" name="Audio 11">
            <a:hlinkClick r:id="" action="ppaction://media"/>
            <a:extLst>
              <a:ext uri="{FF2B5EF4-FFF2-40B4-BE49-F238E27FC236}">
                <a16:creationId xmlns:a16="http://schemas.microsoft.com/office/drawing/2014/main" id="{2F7648E9-93A5-2E71-1517-75CDEEB0A43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118750" t="-118750" r="-118750" b="-118750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131247192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9392"/>
    </mc:Choice>
    <mc:Fallback>
      <p:transition spd="slow" advTm="8939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2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ED450C-2BBF-7274-F757-338C161E56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0CF29-EAB7-8E7E-32B6-F792E7D018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533401"/>
            <a:ext cx="9906000" cy="666007"/>
          </a:xfrm>
          <a:noFill/>
        </p:spPr>
        <p:txBody>
          <a:bodyPr/>
          <a:lstStyle/>
          <a:p>
            <a:r>
              <a:rPr lang="en-US" dirty="0"/>
              <a:t>Conclusion/Limitations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0B8CAD-0FD5-4A73-8D4E-D548C81A3FDC}"/>
              </a:ext>
            </a:extLst>
          </p:cNvPr>
          <p:cNvSpPr txBox="1"/>
          <p:nvPr/>
        </p:nvSpPr>
        <p:spPr>
          <a:xfrm>
            <a:off x="1250576" y="1304364"/>
            <a:ext cx="699247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Nearest Neighbors had the best performance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It had the lowest mean absolute error - $23,626.36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r>
              <a:rPr lang="en-US" sz="2400" dirty="0"/>
              <a:t>The data set was very small </a:t>
            </a:r>
          </a:p>
        </p:txBody>
      </p:sp>
      <p:pic>
        <p:nvPicPr>
          <p:cNvPr id="5" name="Audio 4">
            <a:hlinkClick r:id="" action="ppaction://media"/>
            <a:extLst>
              <a:ext uri="{FF2B5EF4-FFF2-40B4-BE49-F238E27FC236}">
                <a16:creationId xmlns:a16="http://schemas.microsoft.com/office/drawing/2014/main" id="{197ABFAF-6266-91E8-EC10-C5E94E5E40D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118750" t="-118750" r="-118750" b="-118750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10725655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5094"/>
    </mc:Choice>
    <mc:Fallback>
      <p:transition spd="slow" advTm="6509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6B702A-2F1A-E995-47D6-E0FFF55BF2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F26724-F50D-39E3-F7DB-2C3C83E66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533401"/>
            <a:ext cx="9906000" cy="666007"/>
          </a:xfrm>
          <a:noFill/>
        </p:spPr>
        <p:txBody>
          <a:bodyPr/>
          <a:lstStyle/>
          <a:p>
            <a:r>
              <a:rPr lang="en-US" dirty="0"/>
              <a:t>Ethical Assessment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81B277-2A2C-0371-DD1D-A2C3C58E0A2C}"/>
              </a:ext>
            </a:extLst>
          </p:cNvPr>
          <p:cNvSpPr txBox="1"/>
          <p:nvPr/>
        </p:nvSpPr>
        <p:spPr>
          <a:xfrm>
            <a:off x="1143000" y="1212855"/>
            <a:ext cx="7086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There is no information about how this data was sourced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No personally identifiable information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Car sales as part of a state titling process are public records</a:t>
            </a:r>
          </a:p>
        </p:txBody>
      </p:sp>
      <p:pic>
        <p:nvPicPr>
          <p:cNvPr id="5" name="Audio 4">
            <a:hlinkClick r:id="" action="ppaction://media"/>
            <a:extLst>
              <a:ext uri="{FF2B5EF4-FFF2-40B4-BE49-F238E27FC236}">
                <a16:creationId xmlns:a16="http://schemas.microsoft.com/office/drawing/2014/main" id="{87C9F479-A9C1-F921-AE31-7CD92AC6875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118750" t="-118750" r="-118750" b="-118750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9087238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0047"/>
    </mc:Choice>
    <mc:Fallback>
      <p:transition spd="slow" advTm="5004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AngleLinesVTI">
  <a:themeElements>
    <a:clrScheme name="Custom 34">
      <a:dk1>
        <a:sysClr val="windowText" lastClr="000000"/>
      </a:dk1>
      <a:lt1>
        <a:sysClr val="window" lastClr="FFFFFF"/>
      </a:lt1>
      <a:dk2>
        <a:srgbClr val="001E2E"/>
      </a:dk2>
      <a:lt2>
        <a:srgbClr val="F0ECEC"/>
      </a:lt2>
      <a:accent1>
        <a:srgbClr val="155767"/>
      </a:accent1>
      <a:accent2>
        <a:srgbClr val="BA9CA0"/>
      </a:accent2>
      <a:accent3>
        <a:srgbClr val="A57931"/>
      </a:accent3>
      <a:accent4>
        <a:srgbClr val="0E577C"/>
      </a:accent4>
      <a:accent5>
        <a:srgbClr val="CC846E"/>
      </a:accent5>
      <a:accent6>
        <a:srgbClr val="93767A"/>
      </a:accent6>
      <a:hlink>
        <a:srgbClr val="0563C1"/>
      </a:hlink>
      <a:folHlink>
        <a:srgbClr val="954F72"/>
      </a:folHlink>
    </a:clrScheme>
    <a:fontScheme name="Walbaum Light Univers Light">
      <a:majorFont>
        <a:latin typeface="Walbaum Display Light"/>
        <a:ea typeface=""/>
        <a:cs typeface=""/>
      </a:majorFont>
      <a:minorFont>
        <a:latin typeface="Univers Condensed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ngleLinesVTI" id="{BC1FC193-C72F-4761-9899-1105EDF6BAE8}" vid="{64612625-F022-44B7-B9FA-9D26DEDBDC2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0E62E91-3991-445A-ADE0-DB143B39320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C20BE78-9FDF-401B-B412-3AA10EC5BEA3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1C180A77-4928-484F-9529-F716C85D6A6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{83EB0774-B60C-4669-B56A-96F7EFB47804}TF020710ce-b2a3-4743-8ec4-0abcd2574951ef9f6aa4_win32-415a623b9e9a</Template>
  <TotalTime>374</TotalTime>
  <Words>299</Words>
  <Application>Microsoft Office PowerPoint</Application>
  <PresentationFormat>Widescreen</PresentationFormat>
  <Paragraphs>65</Paragraphs>
  <Slides>7</Slides>
  <Notes>7</Notes>
  <HiddenSlides>0</HiddenSlides>
  <MMClips>7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Aptos</vt:lpstr>
      <vt:lpstr>Aptos Narrow</vt:lpstr>
      <vt:lpstr>Arial</vt:lpstr>
      <vt:lpstr>Calibri</vt:lpstr>
      <vt:lpstr>Univers Condensed Light</vt:lpstr>
      <vt:lpstr>Walbaum Display Light</vt:lpstr>
      <vt:lpstr>AngleLinesVTI</vt:lpstr>
      <vt:lpstr>Automotive Sale Price Prediction Model</vt:lpstr>
      <vt:lpstr>Business Problem</vt:lpstr>
      <vt:lpstr>Data Explanation</vt:lpstr>
      <vt:lpstr>Data Explanation</vt:lpstr>
      <vt:lpstr>Methods/Analysis</vt:lpstr>
      <vt:lpstr>Conclusion/Limitations</vt:lpstr>
      <vt:lpstr>Ethical Assessment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Nathan Soer</dc:creator>
  <cp:lastModifiedBy>Nathan Soer</cp:lastModifiedBy>
  <cp:revision>1</cp:revision>
  <dcterms:created xsi:type="dcterms:W3CDTF">2026-02-15T19:56:07Z</dcterms:created>
  <dcterms:modified xsi:type="dcterms:W3CDTF">2026-02-16T02:10:25Z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